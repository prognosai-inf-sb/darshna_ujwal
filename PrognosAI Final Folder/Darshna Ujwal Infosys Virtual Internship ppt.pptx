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8" r:id="rId10"/>
    <p:sldId id="265" r:id="rId11"/>
    <p:sldId id="266" r:id="rId12"/>
    <p:sldId id="267"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90C3F7-F888-4BFE-A158-56A7A5E7FB11}" v="113" dt="2025-11-13T13:16:09.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shna Ujwal" userId="eeb4bb71ac414b61" providerId="LiveId" clId="{4FAEC512-1E87-4500-8F88-E382721B95B6}"/>
    <pc:docChg chg="undo custSel addSld modSld sldOrd">
      <pc:chgData name="Darshna Ujwal" userId="eeb4bb71ac414b61" providerId="LiveId" clId="{4FAEC512-1E87-4500-8F88-E382721B95B6}" dt="2025-11-13T13:17:04.961" v="372" actId="14861"/>
      <pc:docMkLst>
        <pc:docMk/>
      </pc:docMkLst>
      <pc:sldChg chg="addSp modSp mod">
        <pc:chgData name="Darshna Ujwal" userId="eeb4bb71ac414b61" providerId="LiveId" clId="{4FAEC512-1E87-4500-8F88-E382721B95B6}" dt="2025-11-13T13:06:53.121" v="339" actId="14861"/>
        <pc:sldMkLst>
          <pc:docMk/>
          <pc:sldMk cId="3306335082" sldId="256"/>
        </pc:sldMkLst>
        <pc:picChg chg="mod">
          <ac:chgData name="Darshna Ujwal" userId="eeb4bb71ac414b61" providerId="LiveId" clId="{4FAEC512-1E87-4500-8F88-E382721B95B6}" dt="2025-11-13T13:06:53.121" v="339" actId="14861"/>
          <ac:picMkLst>
            <pc:docMk/>
            <pc:sldMk cId="3306335082" sldId="256"/>
            <ac:picMk id="7" creationId="{D20AE4A8-7366-8EBC-88A0-4AFF254DCB07}"/>
          </ac:picMkLst>
        </pc:picChg>
        <pc:picChg chg="add mod">
          <ac:chgData name="Darshna Ujwal" userId="eeb4bb71ac414b61" providerId="LiveId" clId="{4FAEC512-1E87-4500-8F88-E382721B95B6}" dt="2025-11-13T12:12:35.847" v="178" actId="14100"/>
          <ac:picMkLst>
            <pc:docMk/>
            <pc:sldMk cId="3306335082" sldId="256"/>
            <ac:picMk id="1026" creationId="{39920189-1B60-343F-38C6-80EB22C68513}"/>
          </ac:picMkLst>
        </pc:picChg>
      </pc:sldChg>
      <pc:sldChg chg="addSp delSp modSp mod">
        <pc:chgData name="Darshna Ujwal" userId="eeb4bb71ac414b61" providerId="LiveId" clId="{4FAEC512-1E87-4500-8F88-E382721B95B6}" dt="2025-11-13T12:28:51.158" v="247" actId="255"/>
        <pc:sldMkLst>
          <pc:docMk/>
          <pc:sldMk cId="4172752816" sldId="258"/>
        </pc:sldMkLst>
        <pc:spChg chg="mod">
          <ac:chgData name="Darshna Ujwal" userId="eeb4bb71ac414b61" providerId="LiveId" clId="{4FAEC512-1E87-4500-8F88-E382721B95B6}" dt="2025-11-13T12:28:51.158" v="247" actId="255"/>
          <ac:spMkLst>
            <pc:docMk/>
            <pc:sldMk cId="4172752816" sldId="258"/>
            <ac:spMk id="2" creationId="{3ED7C02A-016B-DBA9-ED34-9237A70EECCF}"/>
          </ac:spMkLst>
        </pc:spChg>
        <pc:spChg chg="del mod">
          <ac:chgData name="Darshna Ujwal" userId="eeb4bb71ac414b61" providerId="LiveId" clId="{4FAEC512-1E87-4500-8F88-E382721B95B6}" dt="2025-11-13T12:20:32.497" v="220" actId="478"/>
          <ac:spMkLst>
            <pc:docMk/>
            <pc:sldMk cId="4172752816" sldId="258"/>
            <ac:spMk id="3" creationId="{F9640E6F-A792-CFED-A898-CD0CC764203B}"/>
          </ac:spMkLst>
        </pc:spChg>
        <pc:spChg chg="add">
          <ac:chgData name="Darshna Ujwal" userId="eeb4bb71ac414b61" providerId="LiveId" clId="{4FAEC512-1E87-4500-8F88-E382721B95B6}" dt="2025-11-13T12:16:50.602" v="179"/>
          <ac:spMkLst>
            <pc:docMk/>
            <pc:sldMk cId="4172752816" sldId="258"/>
            <ac:spMk id="4" creationId="{BDA45F7C-6CB4-FA66-FDF2-75586424D5C7}"/>
          </ac:spMkLst>
        </pc:spChg>
        <pc:graphicFrameChg chg="add mod modGraphic">
          <ac:chgData name="Darshna Ujwal" userId="eeb4bb71ac414b61" providerId="LiveId" clId="{4FAEC512-1E87-4500-8F88-E382721B95B6}" dt="2025-11-13T12:22:30.770" v="243"/>
          <ac:graphicFrameMkLst>
            <pc:docMk/>
            <pc:sldMk cId="4172752816" sldId="258"/>
            <ac:graphicFrameMk id="8" creationId="{E1341FF3-CF14-EF59-8F04-CF13767B1867}"/>
          </ac:graphicFrameMkLst>
        </pc:graphicFrameChg>
        <pc:picChg chg="add del mod">
          <ac:chgData name="Darshna Ujwal" userId="eeb4bb71ac414b61" providerId="LiveId" clId="{4FAEC512-1E87-4500-8F88-E382721B95B6}" dt="2025-11-13T12:19:21.523" v="202" actId="478"/>
          <ac:picMkLst>
            <pc:docMk/>
            <pc:sldMk cId="4172752816" sldId="258"/>
            <ac:picMk id="5" creationId="{37C73347-857F-2D01-9A9E-70A4AEE4442A}"/>
          </ac:picMkLst>
        </pc:picChg>
        <pc:picChg chg="add del mod">
          <ac:chgData name="Darshna Ujwal" userId="eeb4bb71ac414b61" providerId="LiveId" clId="{4FAEC512-1E87-4500-8F88-E382721B95B6}" dt="2025-11-13T12:17:27.654" v="185" actId="12084"/>
          <ac:picMkLst>
            <pc:docMk/>
            <pc:sldMk cId="4172752816" sldId="258"/>
            <ac:picMk id="6" creationId="{F7CC7780-AE77-8BD4-EB5E-A5FA07EABC3B}"/>
          </ac:picMkLst>
        </pc:picChg>
        <pc:picChg chg="add del mod">
          <ac:chgData name="Darshna Ujwal" userId="eeb4bb71ac414b61" providerId="LiveId" clId="{4FAEC512-1E87-4500-8F88-E382721B95B6}" dt="2025-11-13T12:19:23.111" v="203" actId="478"/>
          <ac:picMkLst>
            <pc:docMk/>
            <pc:sldMk cId="4172752816" sldId="258"/>
            <ac:picMk id="7" creationId="{E9D223C4-649E-D9DC-90CE-C8B76F6A26EE}"/>
          </ac:picMkLst>
        </pc:picChg>
      </pc:sldChg>
      <pc:sldChg chg="addSp modSp mod">
        <pc:chgData name="Darshna Ujwal" userId="eeb4bb71ac414b61" providerId="LiveId" clId="{4FAEC512-1E87-4500-8F88-E382721B95B6}" dt="2025-11-13T13:02:20.418" v="336" actId="14861"/>
        <pc:sldMkLst>
          <pc:docMk/>
          <pc:sldMk cId="2183772953" sldId="259"/>
        </pc:sldMkLst>
        <pc:spChg chg="mod">
          <ac:chgData name="Darshna Ujwal" userId="eeb4bb71ac414b61" providerId="LiveId" clId="{4FAEC512-1E87-4500-8F88-E382721B95B6}" dt="2025-11-13T12:28:59.847" v="248" actId="255"/>
          <ac:spMkLst>
            <pc:docMk/>
            <pc:sldMk cId="2183772953" sldId="259"/>
            <ac:spMk id="2" creationId="{573A857F-FB51-6705-732B-87EDB03FE5DC}"/>
          </ac:spMkLst>
        </pc:spChg>
        <pc:spChg chg="add">
          <ac:chgData name="Darshna Ujwal" userId="eeb4bb71ac414b61" providerId="LiveId" clId="{4FAEC512-1E87-4500-8F88-E382721B95B6}" dt="2025-11-13T12:28:23.970" v="244"/>
          <ac:spMkLst>
            <pc:docMk/>
            <pc:sldMk cId="2183772953" sldId="259"/>
            <ac:spMk id="3" creationId="{7F556C2B-7CFD-DC60-1D45-2AFAA266CBFB}"/>
          </ac:spMkLst>
        </pc:spChg>
        <pc:spChg chg="mod">
          <ac:chgData name="Darshna Ujwal" userId="eeb4bb71ac414b61" providerId="LiveId" clId="{4FAEC512-1E87-4500-8F88-E382721B95B6}" dt="2025-11-13T12:28:37.839" v="246" actId="255"/>
          <ac:spMkLst>
            <pc:docMk/>
            <pc:sldMk cId="2183772953" sldId="259"/>
            <ac:spMk id="5" creationId="{F36690E1-5EAA-EB0C-5BFD-467D55119B82}"/>
          </ac:spMkLst>
        </pc:spChg>
        <pc:picChg chg="add mod">
          <ac:chgData name="Darshna Ujwal" userId="eeb4bb71ac414b61" providerId="LiveId" clId="{4FAEC512-1E87-4500-8F88-E382721B95B6}" dt="2025-11-13T13:02:20.418" v="336" actId="14861"/>
          <ac:picMkLst>
            <pc:docMk/>
            <pc:sldMk cId="2183772953" sldId="259"/>
            <ac:picMk id="4" creationId="{C50729F0-D41D-8956-7C25-F7BE231E8D05}"/>
          </ac:picMkLst>
        </pc:picChg>
      </pc:sldChg>
      <pc:sldChg chg="modSp mod">
        <pc:chgData name="Darshna Ujwal" userId="eeb4bb71ac414b61" providerId="LiveId" clId="{4FAEC512-1E87-4500-8F88-E382721B95B6}" dt="2025-11-13T13:15:03.399" v="367"/>
        <pc:sldMkLst>
          <pc:docMk/>
          <pc:sldMk cId="988477936" sldId="260"/>
        </pc:sldMkLst>
        <pc:spChg chg="mod">
          <ac:chgData name="Darshna Ujwal" userId="eeb4bb71ac414b61" providerId="LiveId" clId="{4FAEC512-1E87-4500-8F88-E382721B95B6}" dt="2025-11-13T12:29:46.557" v="253" actId="255"/>
          <ac:spMkLst>
            <pc:docMk/>
            <pc:sldMk cId="988477936" sldId="260"/>
            <ac:spMk id="2" creationId="{7C455CC3-86F2-77A3-4883-996F4002BE79}"/>
          </ac:spMkLst>
        </pc:spChg>
        <pc:spChg chg="mod">
          <ac:chgData name="Darshna Ujwal" userId="eeb4bb71ac414b61" providerId="LiveId" clId="{4FAEC512-1E87-4500-8F88-E382721B95B6}" dt="2025-11-13T13:15:03.399" v="367"/>
          <ac:spMkLst>
            <pc:docMk/>
            <pc:sldMk cId="988477936" sldId="260"/>
            <ac:spMk id="3" creationId="{E79B04F3-283D-4078-6C83-6C9DE4B1257C}"/>
          </ac:spMkLst>
        </pc:spChg>
      </pc:sldChg>
      <pc:sldChg chg="modSp mod">
        <pc:chgData name="Darshna Ujwal" userId="eeb4bb71ac414b61" providerId="LiveId" clId="{4FAEC512-1E87-4500-8F88-E382721B95B6}" dt="2025-11-13T13:15:46.439" v="368"/>
        <pc:sldMkLst>
          <pc:docMk/>
          <pc:sldMk cId="1789418120" sldId="261"/>
        </pc:sldMkLst>
        <pc:spChg chg="mod">
          <ac:chgData name="Darshna Ujwal" userId="eeb4bb71ac414b61" providerId="LiveId" clId="{4FAEC512-1E87-4500-8F88-E382721B95B6}" dt="2025-11-13T12:33:23.440" v="256" actId="255"/>
          <ac:spMkLst>
            <pc:docMk/>
            <pc:sldMk cId="1789418120" sldId="261"/>
            <ac:spMk id="2" creationId="{B6429BFC-B492-F8E4-2C21-AB11F0BE3B4B}"/>
          </ac:spMkLst>
        </pc:spChg>
        <pc:spChg chg="mod">
          <ac:chgData name="Darshna Ujwal" userId="eeb4bb71ac414b61" providerId="LiveId" clId="{4FAEC512-1E87-4500-8F88-E382721B95B6}" dt="2025-11-13T13:15:46.439" v="368"/>
          <ac:spMkLst>
            <pc:docMk/>
            <pc:sldMk cId="1789418120" sldId="261"/>
            <ac:spMk id="3" creationId="{95EF1421-DC89-8CF1-690B-39B19311713E}"/>
          </ac:spMkLst>
        </pc:spChg>
      </pc:sldChg>
      <pc:sldChg chg="modSp">
        <pc:chgData name="Darshna Ujwal" userId="eeb4bb71ac414b61" providerId="LiveId" clId="{4FAEC512-1E87-4500-8F88-E382721B95B6}" dt="2025-11-13T13:07:19.573" v="340" actId="339"/>
        <pc:sldMkLst>
          <pc:docMk/>
          <pc:sldMk cId="2410068589" sldId="262"/>
        </pc:sldMkLst>
        <pc:picChg chg="mod">
          <ac:chgData name="Darshna Ujwal" userId="eeb4bb71ac414b61" providerId="LiveId" clId="{4FAEC512-1E87-4500-8F88-E382721B95B6}" dt="2025-11-13T13:07:19.573" v="340" actId="339"/>
          <ac:picMkLst>
            <pc:docMk/>
            <pc:sldMk cId="2410068589" sldId="262"/>
            <ac:picMk id="8" creationId="{9928C6A4-0D65-DFBF-C6CC-77163E008A78}"/>
          </ac:picMkLst>
        </pc:picChg>
      </pc:sldChg>
      <pc:sldChg chg="addSp modSp mod">
        <pc:chgData name="Darshna Ujwal" userId="eeb4bb71ac414b61" providerId="LiveId" clId="{4FAEC512-1E87-4500-8F88-E382721B95B6}" dt="2025-11-13T13:02:50.938" v="338" actId="1076"/>
        <pc:sldMkLst>
          <pc:docMk/>
          <pc:sldMk cId="2347637055" sldId="263"/>
        </pc:sldMkLst>
        <pc:spChg chg="mod">
          <ac:chgData name="Darshna Ujwal" userId="eeb4bb71ac414b61" providerId="LiveId" clId="{4FAEC512-1E87-4500-8F88-E382721B95B6}" dt="2025-11-13T12:34:43.168" v="257" actId="255"/>
          <ac:spMkLst>
            <pc:docMk/>
            <pc:sldMk cId="2347637055" sldId="263"/>
            <ac:spMk id="2" creationId="{578CE498-9C71-60CE-E96C-EE86A84C2C65}"/>
          </ac:spMkLst>
        </pc:spChg>
        <pc:spChg chg="mod">
          <ac:chgData name="Darshna Ujwal" userId="eeb4bb71ac414b61" providerId="LiveId" clId="{4FAEC512-1E87-4500-8F88-E382721B95B6}" dt="2025-11-13T12:34:50.989" v="258" actId="255"/>
          <ac:spMkLst>
            <pc:docMk/>
            <pc:sldMk cId="2347637055" sldId="263"/>
            <ac:spMk id="3" creationId="{653C2353-6F2E-7691-D4FB-DACFDAC8882B}"/>
          </ac:spMkLst>
        </pc:spChg>
        <pc:picChg chg="add mod">
          <ac:chgData name="Darshna Ujwal" userId="eeb4bb71ac414b61" providerId="LiveId" clId="{4FAEC512-1E87-4500-8F88-E382721B95B6}" dt="2025-11-13T13:02:50.938" v="338" actId="1076"/>
          <ac:picMkLst>
            <pc:docMk/>
            <pc:sldMk cId="2347637055" sldId="263"/>
            <ac:picMk id="5" creationId="{C4D58055-5B9A-5486-F237-44A17FEBC53A}"/>
          </ac:picMkLst>
        </pc:picChg>
      </pc:sldChg>
      <pc:sldChg chg="addSp delSp modSp mod">
        <pc:chgData name="Darshna Ujwal" userId="eeb4bb71ac414b61" providerId="LiveId" clId="{4FAEC512-1E87-4500-8F88-E382721B95B6}" dt="2025-11-13T12:56:08.769" v="335" actId="478"/>
        <pc:sldMkLst>
          <pc:docMk/>
          <pc:sldMk cId="2469734132" sldId="264"/>
        </pc:sldMkLst>
        <pc:spChg chg="mod">
          <ac:chgData name="Darshna Ujwal" userId="eeb4bb71ac414b61" providerId="LiveId" clId="{4FAEC512-1E87-4500-8F88-E382721B95B6}" dt="2025-11-13T12:36:20.697" v="264" actId="255"/>
          <ac:spMkLst>
            <pc:docMk/>
            <pc:sldMk cId="2469734132" sldId="264"/>
            <ac:spMk id="2" creationId="{AE4D474F-3C88-E56D-2257-A0974ED57AAC}"/>
          </ac:spMkLst>
        </pc:spChg>
        <pc:spChg chg="mod">
          <ac:chgData name="Darshna Ujwal" userId="eeb4bb71ac414b61" providerId="LiveId" clId="{4FAEC512-1E87-4500-8F88-E382721B95B6}" dt="2025-11-13T12:36:26.359" v="265" actId="255"/>
          <ac:spMkLst>
            <pc:docMk/>
            <pc:sldMk cId="2469734132" sldId="264"/>
            <ac:spMk id="3" creationId="{20FE2DF0-8DDE-2319-51CA-4F2DE21038D0}"/>
          </ac:spMkLst>
        </pc:spChg>
        <pc:spChg chg="add">
          <ac:chgData name="Darshna Ujwal" userId="eeb4bb71ac414b61" providerId="LiveId" clId="{4FAEC512-1E87-4500-8F88-E382721B95B6}" dt="2025-11-13T12:37:11.728" v="266"/>
          <ac:spMkLst>
            <pc:docMk/>
            <pc:sldMk cId="2469734132" sldId="264"/>
            <ac:spMk id="4" creationId="{74ADAD09-B471-F68B-7884-F6C16262BFDF}"/>
          </ac:spMkLst>
        </pc:spChg>
        <pc:spChg chg="add">
          <ac:chgData name="Darshna Ujwal" userId="eeb4bb71ac414b61" providerId="LiveId" clId="{4FAEC512-1E87-4500-8F88-E382721B95B6}" dt="2025-11-13T12:37:41.311" v="268"/>
          <ac:spMkLst>
            <pc:docMk/>
            <pc:sldMk cId="2469734132" sldId="264"/>
            <ac:spMk id="6" creationId="{9F78260C-4F4F-113D-F2A1-1BBD693DBEDE}"/>
          </ac:spMkLst>
        </pc:spChg>
        <pc:spChg chg="add">
          <ac:chgData name="Darshna Ujwal" userId="eeb4bb71ac414b61" providerId="LiveId" clId="{4FAEC512-1E87-4500-8F88-E382721B95B6}" dt="2025-11-13T12:38:05.230" v="271"/>
          <ac:spMkLst>
            <pc:docMk/>
            <pc:sldMk cId="2469734132" sldId="264"/>
            <ac:spMk id="8" creationId="{F7B29338-FD51-70C9-6272-4DF3BD4872FE}"/>
          </ac:spMkLst>
        </pc:spChg>
        <pc:spChg chg="add">
          <ac:chgData name="Darshna Ujwal" userId="eeb4bb71ac414b61" providerId="LiveId" clId="{4FAEC512-1E87-4500-8F88-E382721B95B6}" dt="2025-11-13T12:48:20.969" v="286"/>
          <ac:spMkLst>
            <pc:docMk/>
            <pc:sldMk cId="2469734132" sldId="264"/>
            <ac:spMk id="11" creationId="{0AC2CC3C-0F38-32A6-459D-EC4D34C93559}"/>
          </ac:spMkLst>
        </pc:spChg>
        <pc:grpChg chg="add del mod">
          <ac:chgData name="Darshna Ujwal" userId="eeb4bb71ac414b61" providerId="LiveId" clId="{4FAEC512-1E87-4500-8F88-E382721B95B6}" dt="2025-11-13T12:56:08.769" v="335" actId="478"/>
          <ac:grpSpMkLst>
            <pc:docMk/>
            <pc:sldMk cId="2469734132" sldId="264"/>
            <ac:grpSpMk id="13" creationId="{7EAA24A2-2D32-0B4F-A627-ECB631FF2491}"/>
          </ac:grpSpMkLst>
        </pc:grpChg>
        <pc:graphicFrameChg chg="add del mod">
          <ac:chgData name="Darshna Ujwal" userId="eeb4bb71ac414b61" providerId="LiveId" clId="{4FAEC512-1E87-4500-8F88-E382721B95B6}" dt="2025-11-13T12:38:58.491" v="279" actId="478"/>
          <ac:graphicFrameMkLst>
            <pc:docMk/>
            <pc:sldMk cId="2469734132" sldId="264"/>
            <ac:graphicFrameMk id="10" creationId="{5AF2EBCA-505C-2EA3-65AB-6F29785A9074}"/>
          </ac:graphicFrameMkLst>
        </pc:graphicFrameChg>
        <pc:picChg chg="add mod">
          <ac:chgData name="Darshna Ujwal" userId="eeb4bb71ac414b61" providerId="LiveId" clId="{4FAEC512-1E87-4500-8F88-E382721B95B6}" dt="2025-11-13T12:49:31.023" v="299" actId="164"/>
          <ac:picMkLst>
            <pc:docMk/>
            <pc:sldMk cId="2469734132" sldId="264"/>
            <ac:picMk id="5" creationId="{7AF8FB80-54A1-222B-A41E-4AEF58DCEF23}"/>
          </ac:picMkLst>
        </pc:picChg>
        <pc:picChg chg="add del mod">
          <ac:chgData name="Darshna Ujwal" userId="eeb4bb71ac414b61" providerId="LiveId" clId="{4FAEC512-1E87-4500-8F88-E382721B95B6}" dt="2025-11-13T12:49:31.023" v="299" actId="164"/>
          <ac:picMkLst>
            <pc:docMk/>
            <pc:sldMk cId="2469734132" sldId="264"/>
            <ac:picMk id="7" creationId="{55F4A1C0-D9F0-7AD1-2C81-B3800B0FF6D0}"/>
          </ac:picMkLst>
        </pc:picChg>
        <pc:picChg chg="add del mod">
          <ac:chgData name="Darshna Ujwal" userId="eeb4bb71ac414b61" providerId="LiveId" clId="{4FAEC512-1E87-4500-8F88-E382721B95B6}" dt="2025-11-13T12:39:08.677" v="285" actId="478"/>
          <ac:picMkLst>
            <pc:docMk/>
            <pc:sldMk cId="2469734132" sldId="264"/>
            <ac:picMk id="9" creationId="{06DC5D5F-B607-D43B-3976-7BE9B93338CD}"/>
          </ac:picMkLst>
        </pc:picChg>
        <pc:picChg chg="add mod">
          <ac:chgData name="Darshna Ujwal" userId="eeb4bb71ac414b61" providerId="LiveId" clId="{4FAEC512-1E87-4500-8F88-E382721B95B6}" dt="2025-11-13T12:49:31.023" v="299" actId="164"/>
          <ac:picMkLst>
            <pc:docMk/>
            <pc:sldMk cId="2469734132" sldId="264"/>
            <ac:picMk id="12" creationId="{D5E8E846-9FDC-C8B6-2E8A-581B554F1432}"/>
          </ac:picMkLst>
        </pc:picChg>
      </pc:sldChg>
      <pc:sldChg chg="modSp mod">
        <pc:chgData name="Darshna Ujwal" userId="eeb4bb71ac414b61" providerId="LiveId" clId="{4FAEC512-1E87-4500-8F88-E382721B95B6}" dt="2025-11-13T13:15:53.759" v="369"/>
        <pc:sldMkLst>
          <pc:docMk/>
          <pc:sldMk cId="2110925506" sldId="265"/>
        </pc:sldMkLst>
        <pc:spChg chg="mod">
          <ac:chgData name="Darshna Ujwal" userId="eeb4bb71ac414b61" providerId="LiveId" clId="{4FAEC512-1E87-4500-8F88-E382721B95B6}" dt="2025-11-13T12:50:47.977" v="302" actId="255"/>
          <ac:spMkLst>
            <pc:docMk/>
            <pc:sldMk cId="2110925506" sldId="265"/>
            <ac:spMk id="2" creationId="{2151022C-DCBF-3EE6-3EC8-57946E0860C7}"/>
          </ac:spMkLst>
        </pc:spChg>
        <pc:spChg chg="mod">
          <ac:chgData name="Darshna Ujwal" userId="eeb4bb71ac414b61" providerId="LiveId" clId="{4FAEC512-1E87-4500-8F88-E382721B95B6}" dt="2025-11-13T13:15:53.759" v="369"/>
          <ac:spMkLst>
            <pc:docMk/>
            <pc:sldMk cId="2110925506" sldId="265"/>
            <ac:spMk id="3" creationId="{FCD9CF64-B246-FB2A-D02F-26F600A7C171}"/>
          </ac:spMkLst>
        </pc:spChg>
      </pc:sldChg>
      <pc:sldChg chg="addSp delSp modSp mod">
        <pc:chgData name="Darshna Ujwal" userId="eeb4bb71ac414b61" providerId="LiveId" clId="{4FAEC512-1E87-4500-8F88-E382721B95B6}" dt="2025-11-13T12:54:16.038" v="326" actId="164"/>
        <pc:sldMkLst>
          <pc:docMk/>
          <pc:sldMk cId="3311737558" sldId="266"/>
        </pc:sldMkLst>
        <pc:spChg chg="mod">
          <ac:chgData name="Darshna Ujwal" userId="eeb4bb71ac414b61" providerId="LiveId" clId="{4FAEC512-1E87-4500-8F88-E382721B95B6}" dt="2025-11-13T12:51:02.068" v="306" actId="20577"/>
          <ac:spMkLst>
            <pc:docMk/>
            <pc:sldMk cId="3311737558" sldId="266"/>
            <ac:spMk id="2" creationId="{AA1B3435-C01E-54E4-1D4C-916E4D8ACC02}"/>
          </ac:spMkLst>
        </pc:spChg>
        <pc:spChg chg="mod">
          <ac:chgData name="Darshna Ujwal" userId="eeb4bb71ac414b61" providerId="LiveId" clId="{4FAEC512-1E87-4500-8F88-E382721B95B6}" dt="2025-11-13T12:51:06.348" v="307" actId="255"/>
          <ac:spMkLst>
            <pc:docMk/>
            <pc:sldMk cId="3311737558" sldId="266"/>
            <ac:spMk id="3" creationId="{04895327-9FF3-0620-89AD-DB5AED92316C}"/>
          </ac:spMkLst>
        </pc:spChg>
        <pc:spChg chg="add">
          <ac:chgData name="Darshna Ujwal" userId="eeb4bb71ac414b61" providerId="LiveId" clId="{4FAEC512-1E87-4500-8F88-E382721B95B6}" dt="2025-11-13T12:53:28.260" v="311"/>
          <ac:spMkLst>
            <pc:docMk/>
            <pc:sldMk cId="3311737558" sldId="266"/>
            <ac:spMk id="8" creationId="{F5475A93-B8C6-3F1D-4866-6587455BAFEE}"/>
          </ac:spMkLst>
        </pc:spChg>
        <pc:grpChg chg="add del mod">
          <ac:chgData name="Darshna Ujwal" userId="eeb4bb71ac414b61" providerId="LiveId" clId="{4FAEC512-1E87-4500-8F88-E382721B95B6}" dt="2025-11-13T12:52:53.849" v="310" actId="165"/>
          <ac:grpSpMkLst>
            <pc:docMk/>
            <pc:sldMk cId="3311737558" sldId="266"/>
            <ac:grpSpMk id="4" creationId="{5993BD76-B29B-B6BD-F09F-72A8A27E7CED}"/>
          </ac:grpSpMkLst>
        </pc:grpChg>
        <pc:grpChg chg="add mod">
          <ac:chgData name="Darshna Ujwal" userId="eeb4bb71ac414b61" providerId="LiveId" clId="{4FAEC512-1E87-4500-8F88-E382721B95B6}" dt="2025-11-13T12:54:16.038" v="326" actId="164"/>
          <ac:grpSpMkLst>
            <pc:docMk/>
            <pc:sldMk cId="3311737558" sldId="266"/>
            <ac:grpSpMk id="10" creationId="{B9B87326-7FE0-8E04-BF54-86CC4B33F89E}"/>
          </ac:grpSpMkLst>
        </pc:grpChg>
        <pc:picChg chg="mod topLvl">
          <ac:chgData name="Darshna Ujwal" userId="eeb4bb71ac414b61" providerId="LiveId" clId="{4FAEC512-1E87-4500-8F88-E382721B95B6}" dt="2025-11-13T12:54:16.038" v="326" actId="164"/>
          <ac:picMkLst>
            <pc:docMk/>
            <pc:sldMk cId="3311737558" sldId="266"/>
            <ac:picMk id="5" creationId="{CC591593-2F53-12B1-5631-A85DCC37826F}"/>
          </ac:picMkLst>
        </pc:picChg>
        <pc:picChg chg="mod topLvl">
          <ac:chgData name="Darshna Ujwal" userId="eeb4bb71ac414b61" providerId="LiveId" clId="{4FAEC512-1E87-4500-8F88-E382721B95B6}" dt="2025-11-13T12:54:16.038" v="326" actId="164"/>
          <ac:picMkLst>
            <pc:docMk/>
            <pc:sldMk cId="3311737558" sldId="266"/>
            <ac:picMk id="6" creationId="{978CA055-9D28-C70D-5D22-D40ED7247811}"/>
          </ac:picMkLst>
        </pc:picChg>
        <pc:picChg chg="mod topLvl">
          <ac:chgData name="Darshna Ujwal" userId="eeb4bb71ac414b61" providerId="LiveId" clId="{4FAEC512-1E87-4500-8F88-E382721B95B6}" dt="2025-11-13T12:54:16.038" v="326" actId="164"/>
          <ac:picMkLst>
            <pc:docMk/>
            <pc:sldMk cId="3311737558" sldId="266"/>
            <ac:picMk id="7" creationId="{C20FCF3E-E60B-4256-570D-07F2277D7988}"/>
          </ac:picMkLst>
        </pc:picChg>
        <pc:picChg chg="add mod">
          <ac:chgData name="Darshna Ujwal" userId="eeb4bb71ac414b61" providerId="LiveId" clId="{4FAEC512-1E87-4500-8F88-E382721B95B6}" dt="2025-11-13T12:54:16.038" v="326" actId="164"/>
          <ac:picMkLst>
            <pc:docMk/>
            <pc:sldMk cId="3311737558" sldId="266"/>
            <ac:picMk id="9" creationId="{EA608CAB-9D5C-E1F8-4B87-8933D00F8118}"/>
          </ac:picMkLst>
        </pc:picChg>
      </pc:sldChg>
      <pc:sldChg chg="addSp modSp mod">
        <pc:chgData name="Darshna Ujwal" userId="eeb4bb71ac414b61" providerId="LiveId" clId="{4FAEC512-1E87-4500-8F88-E382721B95B6}" dt="2025-11-13T13:16:19.489" v="371" actId="114"/>
        <pc:sldMkLst>
          <pc:docMk/>
          <pc:sldMk cId="399876865" sldId="267"/>
        </pc:sldMkLst>
        <pc:spChg chg="mod">
          <ac:chgData name="Darshna Ujwal" userId="eeb4bb71ac414b61" providerId="LiveId" clId="{4FAEC512-1E87-4500-8F88-E382721B95B6}" dt="2025-11-13T12:54:53.149" v="327" actId="255"/>
          <ac:spMkLst>
            <pc:docMk/>
            <pc:sldMk cId="399876865" sldId="267"/>
            <ac:spMk id="2" creationId="{42E6A763-D48D-38AA-ED08-84CACCB0EA76}"/>
          </ac:spMkLst>
        </pc:spChg>
        <pc:spChg chg="mod">
          <ac:chgData name="Darshna Ujwal" userId="eeb4bb71ac414b61" providerId="LiveId" clId="{4FAEC512-1E87-4500-8F88-E382721B95B6}" dt="2025-11-13T13:16:19.489" v="371" actId="114"/>
          <ac:spMkLst>
            <pc:docMk/>
            <pc:sldMk cId="399876865" sldId="267"/>
            <ac:spMk id="3" creationId="{EC9BA150-7DBE-B470-F286-61318DB9617E}"/>
          </ac:spMkLst>
        </pc:spChg>
        <pc:spChg chg="add">
          <ac:chgData name="Darshna Ujwal" userId="eeb4bb71ac414b61" providerId="LiveId" clId="{4FAEC512-1E87-4500-8F88-E382721B95B6}" dt="2025-11-13T13:10:09.549" v="345"/>
          <ac:spMkLst>
            <pc:docMk/>
            <pc:sldMk cId="399876865" sldId="267"/>
            <ac:spMk id="4" creationId="{0A94AAEA-8228-0610-9913-54B149011259}"/>
          </ac:spMkLst>
        </pc:spChg>
        <pc:spChg chg="add">
          <ac:chgData name="Darshna Ujwal" userId="eeb4bb71ac414b61" providerId="LiveId" clId="{4FAEC512-1E87-4500-8F88-E382721B95B6}" dt="2025-11-13T13:10:18.448" v="346"/>
          <ac:spMkLst>
            <pc:docMk/>
            <pc:sldMk cId="399876865" sldId="267"/>
            <ac:spMk id="5" creationId="{3D1BFCCE-6772-4B34-3DF3-0E04DD646219}"/>
          </ac:spMkLst>
        </pc:spChg>
      </pc:sldChg>
      <pc:sldChg chg="addSp modSp mod">
        <pc:chgData name="Darshna Ujwal" userId="eeb4bb71ac414b61" providerId="LiveId" clId="{4FAEC512-1E87-4500-8F88-E382721B95B6}" dt="2025-11-13T13:07:45.130" v="341" actId="339"/>
        <pc:sldMkLst>
          <pc:docMk/>
          <pc:sldMk cId="1704918614" sldId="268"/>
        </pc:sldMkLst>
        <pc:spChg chg="mod">
          <ac:chgData name="Darshna Ujwal" userId="eeb4bb71ac414b61" providerId="LiveId" clId="{4FAEC512-1E87-4500-8F88-E382721B95B6}" dt="2025-11-13T12:50:41.702" v="301" actId="255"/>
          <ac:spMkLst>
            <pc:docMk/>
            <pc:sldMk cId="1704918614" sldId="268"/>
            <ac:spMk id="2" creationId="{967157CC-12E0-F59B-AF22-91F7C9E70E23}"/>
          </ac:spMkLst>
        </pc:spChg>
        <pc:picChg chg="mod">
          <ac:chgData name="Darshna Ujwal" userId="eeb4bb71ac414b61" providerId="LiveId" clId="{4FAEC512-1E87-4500-8F88-E382721B95B6}" dt="2025-11-13T13:07:45.130" v="341" actId="339"/>
          <ac:picMkLst>
            <pc:docMk/>
            <pc:sldMk cId="1704918614" sldId="268"/>
            <ac:picMk id="13" creationId="{086489AD-B46F-DABC-576C-1E09056EF360}"/>
          </ac:picMkLst>
        </pc:picChg>
        <pc:picChg chg="mod">
          <ac:chgData name="Darshna Ujwal" userId="eeb4bb71ac414b61" providerId="LiveId" clId="{4FAEC512-1E87-4500-8F88-E382721B95B6}" dt="2025-11-13T13:07:45.130" v="341" actId="339"/>
          <ac:picMkLst>
            <pc:docMk/>
            <pc:sldMk cId="1704918614" sldId="268"/>
            <ac:picMk id="15" creationId="{67E12927-67C3-A6DC-9E71-37D3EE1D525E}"/>
          </ac:picMkLst>
        </pc:picChg>
        <pc:picChg chg="mod">
          <ac:chgData name="Darshna Ujwal" userId="eeb4bb71ac414b61" providerId="LiveId" clId="{4FAEC512-1E87-4500-8F88-E382721B95B6}" dt="2025-11-13T13:07:45.130" v="341" actId="339"/>
          <ac:picMkLst>
            <pc:docMk/>
            <pc:sldMk cId="1704918614" sldId="268"/>
            <ac:picMk id="17" creationId="{F8A8160D-B5C8-4504-E16C-A693E08F04B4}"/>
          </ac:picMkLst>
        </pc:picChg>
        <pc:picChg chg="add mod">
          <ac:chgData name="Darshna Ujwal" userId="eeb4bb71ac414b61" providerId="LiveId" clId="{4FAEC512-1E87-4500-8F88-E382721B95B6}" dt="2025-11-13T13:07:45.130" v="341" actId="339"/>
          <ac:picMkLst>
            <pc:docMk/>
            <pc:sldMk cId="1704918614" sldId="268"/>
            <ac:picMk id="19" creationId="{FF29B5CC-AD37-EA15-7090-7FC23B505197}"/>
          </ac:picMkLst>
        </pc:picChg>
      </pc:sldChg>
      <pc:sldChg chg="addSp modSp new mod ord">
        <pc:chgData name="Darshna Ujwal" userId="eeb4bb71ac414b61" providerId="LiveId" clId="{4FAEC512-1E87-4500-8F88-E382721B95B6}" dt="2025-11-13T13:17:04.961" v="372" actId="14861"/>
        <pc:sldMkLst>
          <pc:docMk/>
          <pc:sldMk cId="1830672066" sldId="269"/>
        </pc:sldMkLst>
        <pc:spChg chg="mod">
          <ac:chgData name="Darshna Ujwal" userId="eeb4bb71ac414b61" providerId="LiveId" clId="{4FAEC512-1E87-4500-8F88-E382721B95B6}" dt="2025-11-13T12:55:04.999" v="329" actId="255"/>
          <ac:spMkLst>
            <pc:docMk/>
            <pc:sldMk cId="1830672066" sldId="269"/>
            <ac:spMk id="2" creationId="{0DF6684E-393B-6441-20BB-97E6298AA49E}"/>
          </ac:spMkLst>
        </pc:spChg>
        <pc:spChg chg="mod">
          <ac:chgData name="Darshna Ujwal" userId="eeb4bb71ac414b61" providerId="LiveId" clId="{4FAEC512-1E87-4500-8F88-E382721B95B6}" dt="2025-11-13T12:55:10.419" v="330" actId="255"/>
          <ac:spMkLst>
            <pc:docMk/>
            <pc:sldMk cId="1830672066" sldId="269"/>
            <ac:spMk id="3" creationId="{764E56EF-CDDF-21FA-FA28-26B2DBBE31CF}"/>
          </ac:spMkLst>
        </pc:spChg>
        <pc:spChg chg="add">
          <ac:chgData name="Darshna Ujwal" userId="eeb4bb71ac414b61" providerId="LiveId" clId="{4FAEC512-1E87-4500-8F88-E382721B95B6}" dt="2025-11-13T12:55:31.128" v="331"/>
          <ac:spMkLst>
            <pc:docMk/>
            <pc:sldMk cId="1830672066" sldId="269"/>
            <ac:spMk id="4" creationId="{B8D44D37-9690-7745-9794-AC4A003E6109}"/>
          </ac:spMkLst>
        </pc:spChg>
        <pc:picChg chg="add mod">
          <ac:chgData name="Darshna Ujwal" userId="eeb4bb71ac414b61" providerId="LiveId" clId="{4FAEC512-1E87-4500-8F88-E382721B95B6}" dt="2025-11-13T13:17:04.961" v="372" actId="14861"/>
          <ac:picMkLst>
            <pc:docMk/>
            <pc:sldMk cId="1830672066" sldId="269"/>
            <ac:picMk id="5" creationId="{C1333592-D93F-BD06-367E-1CE2F769036A}"/>
          </ac:picMkLst>
        </pc:pic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2.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E6E95D-BD18-49B8-B19C-3D75A08BFBE6}" type="doc">
      <dgm:prSet loTypeId="urn:microsoft.com/office/officeart/2005/8/layout/vList3" loCatId="list" qsTypeId="urn:microsoft.com/office/officeart/2005/8/quickstyle/simple1" qsCatId="simple" csTypeId="urn:microsoft.com/office/officeart/2005/8/colors/accent1_2" csCatId="accent1" phldr="1"/>
      <dgm:spPr/>
    </dgm:pt>
    <dgm:pt modelId="{B212E706-FC40-4188-8C59-ADF983E8620B}">
      <dgm:prSet phldrT="[Text]"/>
      <dgm:spPr/>
      <dgm:t>
        <a:bodyPr/>
        <a:lstStyle/>
        <a:p>
          <a:r>
            <a:rPr lang="en-IN" dirty="0"/>
            <a:t>To develop a reliable AI-based system that estimates the Remaining Useful Life (RUL) of turbofan engines. This prediction is based on </a:t>
          </a:r>
          <a:r>
            <a:rPr lang="en-IN" dirty="0" err="1"/>
            <a:t>analyzing</a:t>
          </a:r>
          <a:r>
            <a:rPr lang="en-IN" dirty="0"/>
            <a:t> multivariate time-series sensor data from the NASA CMAPSS dataset.</a:t>
          </a:r>
        </a:p>
      </dgm:t>
    </dgm:pt>
    <dgm:pt modelId="{8CB97BEB-075F-4231-92A3-9CC7D56287FB}" type="parTrans" cxnId="{97C192A7-4E38-457B-A27B-0D7E4F944B9A}">
      <dgm:prSet/>
      <dgm:spPr/>
      <dgm:t>
        <a:bodyPr/>
        <a:lstStyle/>
        <a:p>
          <a:endParaRPr lang="en-IN"/>
        </a:p>
      </dgm:t>
    </dgm:pt>
    <dgm:pt modelId="{38B74C62-941E-470D-B00A-5BF2C70D70C7}" type="sibTrans" cxnId="{97C192A7-4E38-457B-A27B-0D7E4F944B9A}">
      <dgm:prSet/>
      <dgm:spPr/>
      <dgm:t>
        <a:bodyPr/>
        <a:lstStyle/>
        <a:p>
          <a:endParaRPr lang="en-IN"/>
        </a:p>
      </dgm:t>
    </dgm:pt>
    <dgm:pt modelId="{BD971703-525E-477F-93B4-804B01705E79}">
      <dgm:prSet phldrT="[Text]"/>
      <dgm:spPr/>
      <dgm:t>
        <a:bodyPr/>
        <a:lstStyle/>
        <a:p>
          <a:r>
            <a:rPr lang="en-US" dirty="0"/>
            <a:t>We apply Deep Learning (GRU Networks) to recognize the subtle, sequential degradation patterns in the sensor data to accurately forecast the time until failure.</a:t>
          </a:r>
          <a:endParaRPr lang="en-IN" dirty="0"/>
        </a:p>
      </dgm:t>
    </dgm:pt>
    <dgm:pt modelId="{9E6AA2A2-C36A-415E-A251-2572AC8034F0}" type="parTrans" cxnId="{445CFB57-9D85-4235-AC43-1D85C4195B8E}">
      <dgm:prSet/>
      <dgm:spPr/>
      <dgm:t>
        <a:bodyPr/>
        <a:lstStyle/>
        <a:p>
          <a:endParaRPr lang="en-IN"/>
        </a:p>
      </dgm:t>
    </dgm:pt>
    <dgm:pt modelId="{AC9D53B3-7726-4558-BCA5-7DEC6FE7362F}" type="sibTrans" cxnId="{445CFB57-9D85-4235-AC43-1D85C4195B8E}">
      <dgm:prSet/>
      <dgm:spPr/>
      <dgm:t>
        <a:bodyPr/>
        <a:lstStyle/>
        <a:p>
          <a:endParaRPr lang="en-IN"/>
        </a:p>
      </dgm:t>
    </dgm:pt>
    <dgm:pt modelId="{52FA0136-F174-4E58-91C7-736DCF66D9D2}">
      <dgm:prSet phldrT="[Text]"/>
      <dgm:spPr/>
      <dgm:t>
        <a:bodyPr/>
        <a:lstStyle/>
        <a:p>
          <a:r>
            <a:rPr lang="en-US" dirty="0"/>
            <a:t>The system enables proactive maintenance scheduling, directly minimizing costly unplanned downtime and maximizing the operational life and efficiency of critical assets.</a:t>
          </a:r>
          <a:endParaRPr lang="en-IN" dirty="0"/>
        </a:p>
      </dgm:t>
    </dgm:pt>
    <dgm:pt modelId="{C62BD62B-FF66-4B9A-9234-3AD2AC5C8944}" type="parTrans" cxnId="{9D82189B-77AB-44DA-9574-75276C439F9E}">
      <dgm:prSet/>
      <dgm:spPr/>
      <dgm:t>
        <a:bodyPr/>
        <a:lstStyle/>
        <a:p>
          <a:endParaRPr lang="en-IN"/>
        </a:p>
      </dgm:t>
    </dgm:pt>
    <dgm:pt modelId="{E9F88085-70E1-485F-95E6-7348D0AB4388}" type="sibTrans" cxnId="{9D82189B-77AB-44DA-9574-75276C439F9E}">
      <dgm:prSet/>
      <dgm:spPr/>
      <dgm:t>
        <a:bodyPr/>
        <a:lstStyle/>
        <a:p>
          <a:endParaRPr lang="en-IN"/>
        </a:p>
      </dgm:t>
    </dgm:pt>
    <dgm:pt modelId="{FE067706-2496-4811-933A-ECDBA46664E3}" type="pres">
      <dgm:prSet presAssocID="{B8E6E95D-BD18-49B8-B19C-3D75A08BFBE6}" presName="linearFlow" presStyleCnt="0">
        <dgm:presLayoutVars>
          <dgm:dir/>
          <dgm:resizeHandles val="exact"/>
        </dgm:presLayoutVars>
      </dgm:prSet>
      <dgm:spPr/>
    </dgm:pt>
    <dgm:pt modelId="{CC0CC846-5AE5-4307-B0E6-6A1A7FE2AB74}" type="pres">
      <dgm:prSet presAssocID="{B212E706-FC40-4188-8C59-ADF983E8620B}" presName="composite" presStyleCnt="0"/>
      <dgm:spPr/>
    </dgm:pt>
    <dgm:pt modelId="{A30A500B-D377-472C-A057-10A8F0B1C9D6}" type="pres">
      <dgm:prSet presAssocID="{B212E706-FC40-4188-8C59-ADF983E8620B}" presName="imgShp" presStyleLbl="fgImgPlace1" presStyleIdx="0" presStyleCnt="3" custLinFactX="-32296" custLinFactNeighborX="-100000" custLinFactNeighborY="-68"/>
      <dgm:spPr>
        <a:blipFill>
          <a:blip xmlns:r="http://schemas.openxmlformats.org/officeDocument/2006/relationships" r:embed="rId1"/>
          <a:srcRect/>
          <a:stretch>
            <a:fillRect l="-15000" r="-15000"/>
          </a:stretch>
        </a:blipFill>
      </dgm:spPr>
    </dgm:pt>
    <dgm:pt modelId="{D022BBED-1404-492C-929D-87663634A86B}" type="pres">
      <dgm:prSet presAssocID="{B212E706-FC40-4188-8C59-ADF983E8620B}" presName="txShp" presStyleLbl="node1" presStyleIdx="0" presStyleCnt="3" custScaleX="126264" custLinFactNeighborX="3867" custLinFactNeighborY="-68">
        <dgm:presLayoutVars>
          <dgm:bulletEnabled val="1"/>
        </dgm:presLayoutVars>
      </dgm:prSet>
      <dgm:spPr/>
    </dgm:pt>
    <dgm:pt modelId="{065C0019-F771-4BBC-B724-E8F80ECC6F7B}" type="pres">
      <dgm:prSet presAssocID="{38B74C62-941E-470D-B00A-5BF2C70D70C7}" presName="spacing" presStyleCnt="0"/>
      <dgm:spPr/>
    </dgm:pt>
    <dgm:pt modelId="{3A80A389-29E6-4380-942D-4CCCBEAA7A6A}" type="pres">
      <dgm:prSet presAssocID="{BD971703-525E-477F-93B4-804B01705E79}" presName="composite" presStyleCnt="0"/>
      <dgm:spPr/>
    </dgm:pt>
    <dgm:pt modelId="{108B0421-0EC1-4F14-B480-DD28BA9A8CB0}" type="pres">
      <dgm:prSet presAssocID="{BD971703-525E-477F-93B4-804B01705E79}" presName="imgShp" presStyleLbl="fgImgPlace1" presStyleIdx="1" presStyleCnt="3" custLinFactX="-32296" custLinFactNeighborX="-100000" custLinFactNeighborY="-3279"/>
      <dgm:spPr>
        <a:blipFill rotWithShape="1">
          <a:blip xmlns:r="http://schemas.openxmlformats.org/officeDocument/2006/relationships" r:embed="rId1"/>
          <a:srcRect/>
          <a:stretch>
            <a:fillRect l="-15000" r="-15000"/>
          </a:stretch>
        </a:blipFill>
      </dgm:spPr>
    </dgm:pt>
    <dgm:pt modelId="{BAB5F792-0090-4109-9CBB-C697B17AA0B3}" type="pres">
      <dgm:prSet presAssocID="{BD971703-525E-477F-93B4-804B01705E79}" presName="txShp" presStyleLbl="node1" presStyleIdx="1" presStyleCnt="3" custScaleX="125457" custLinFactNeighborX="3628" custLinFactNeighborY="-5451">
        <dgm:presLayoutVars>
          <dgm:bulletEnabled val="1"/>
        </dgm:presLayoutVars>
      </dgm:prSet>
      <dgm:spPr/>
    </dgm:pt>
    <dgm:pt modelId="{876CBE8E-3120-469E-AEA4-E879C13C3C85}" type="pres">
      <dgm:prSet presAssocID="{AC9D53B3-7726-4558-BCA5-7DEC6FE7362F}" presName="spacing" presStyleCnt="0"/>
      <dgm:spPr/>
    </dgm:pt>
    <dgm:pt modelId="{3244C11B-E42E-429D-915F-8856F5FFC4FA}" type="pres">
      <dgm:prSet presAssocID="{52FA0136-F174-4E58-91C7-736DCF66D9D2}" presName="composite" presStyleCnt="0"/>
      <dgm:spPr/>
    </dgm:pt>
    <dgm:pt modelId="{8AA129BD-B1F3-4D3A-9B6A-6029B19FBC2C}" type="pres">
      <dgm:prSet presAssocID="{52FA0136-F174-4E58-91C7-736DCF66D9D2}" presName="imgShp" presStyleLbl="fgImgPlace1" presStyleIdx="2" presStyleCnt="3" custLinFactX="-32296" custLinFactNeighborX="-100000" custLinFactNeighborY="-6491"/>
      <dgm:spPr>
        <a:blipFill rotWithShape="1">
          <a:blip xmlns:r="http://schemas.openxmlformats.org/officeDocument/2006/relationships" r:embed="rId1"/>
          <a:srcRect/>
          <a:stretch>
            <a:fillRect l="-15000" r="-15000"/>
          </a:stretch>
        </a:blipFill>
      </dgm:spPr>
    </dgm:pt>
    <dgm:pt modelId="{4036E352-8E17-4E10-B84F-D0C0FC6D1C06}" type="pres">
      <dgm:prSet presAssocID="{52FA0136-F174-4E58-91C7-736DCF66D9D2}" presName="txShp" presStyleLbl="node1" presStyleIdx="2" presStyleCnt="3" custScaleX="125457" custLinFactNeighborX="3914" custLinFactNeighborY="-10834">
        <dgm:presLayoutVars>
          <dgm:bulletEnabled val="1"/>
        </dgm:presLayoutVars>
      </dgm:prSet>
      <dgm:spPr/>
    </dgm:pt>
  </dgm:ptLst>
  <dgm:cxnLst>
    <dgm:cxn modelId="{7D72AC2B-600F-4F53-8E41-7C2BB01721F1}" type="presOf" srcId="{BD971703-525E-477F-93B4-804B01705E79}" destId="{BAB5F792-0090-4109-9CBB-C697B17AA0B3}" srcOrd="0" destOrd="0" presId="urn:microsoft.com/office/officeart/2005/8/layout/vList3"/>
    <dgm:cxn modelId="{445CFB57-9D85-4235-AC43-1D85C4195B8E}" srcId="{B8E6E95D-BD18-49B8-B19C-3D75A08BFBE6}" destId="{BD971703-525E-477F-93B4-804B01705E79}" srcOrd="1" destOrd="0" parTransId="{9E6AA2A2-C36A-415E-A251-2572AC8034F0}" sibTransId="{AC9D53B3-7726-4558-BCA5-7DEC6FE7362F}"/>
    <dgm:cxn modelId="{3FCD2F92-1C63-4867-BA3D-9B9F1A35E8DE}" type="presOf" srcId="{B8E6E95D-BD18-49B8-B19C-3D75A08BFBE6}" destId="{FE067706-2496-4811-933A-ECDBA46664E3}" srcOrd="0" destOrd="0" presId="urn:microsoft.com/office/officeart/2005/8/layout/vList3"/>
    <dgm:cxn modelId="{9D82189B-77AB-44DA-9574-75276C439F9E}" srcId="{B8E6E95D-BD18-49B8-B19C-3D75A08BFBE6}" destId="{52FA0136-F174-4E58-91C7-736DCF66D9D2}" srcOrd="2" destOrd="0" parTransId="{C62BD62B-FF66-4B9A-9234-3AD2AC5C8944}" sibTransId="{E9F88085-70E1-485F-95E6-7348D0AB4388}"/>
    <dgm:cxn modelId="{97C192A7-4E38-457B-A27B-0D7E4F944B9A}" srcId="{B8E6E95D-BD18-49B8-B19C-3D75A08BFBE6}" destId="{B212E706-FC40-4188-8C59-ADF983E8620B}" srcOrd="0" destOrd="0" parTransId="{8CB97BEB-075F-4231-92A3-9CC7D56287FB}" sibTransId="{38B74C62-941E-470D-B00A-5BF2C70D70C7}"/>
    <dgm:cxn modelId="{8F5C73C5-2C70-477D-8645-6B3C03B2001A}" type="presOf" srcId="{52FA0136-F174-4E58-91C7-736DCF66D9D2}" destId="{4036E352-8E17-4E10-B84F-D0C0FC6D1C06}" srcOrd="0" destOrd="0" presId="urn:microsoft.com/office/officeart/2005/8/layout/vList3"/>
    <dgm:cxn modelId="{51C04DD0-701C-4A71-9FD9-7F4E6129DA66}" type="presOf" srcId="{B212E706-FC40-4188-8C59-ADF983E8620B}" destId="{D022BBED-1404-492C-929D-87663634A86B}" srcOrd="0" destOrd="0" presId="urn:microsoft.com/office/officeart/2005/8/layout/vList3"/>
    <dgm:cxn modelId="{18A48A24-272F-4016-95BA-A8507D5991D7}" type="presParOf" srcId="{FE067706-2496-4811-933A-ECDBA46664E3}" destId="{CC0CC846-5AE5-4307-B0E6-6A1A7FE2AB74}" srcOrd="0" destOrd="0" presId="urn:microsoft.com/office/officeart/2005/8/layout/vList3"/>
    <dgm:cxn modelId="{148D34B5-2227-45C5-86E2-E64CA54BE9EB}" type="presParOf" srcId="{CC0CC846-5AE5-4307-B0E6-6A1A7FE2AB74}" destId="{A30A500B-D377-472C-A057-10A8F0B1C9D6}" srcOrd="0" destOrd="0" presId="urn:microsoft.com/office/officeart/2005/8/layout/vList3"/>
    <dgm:cxn modelId="{CF0CA52C-E2B3-4119-9A38-D8A8142561D9}" type="presParOf" srcId="{CC0CC846-5AE5-4307-B0E6-6A1A7FE2AB74}" destId="{D022BBED-1404-492C-929D-87663634A86B}" srcOrd="1" destOrd="0" presId="urn:microsoft.com/office/officeart/2005/8/layout/vList3"/>
    <dgm:cxn modelId="{B18684F7-2372-45A7-8966-FE6CEA92438B}" type="presParOf" srcId="{FE067706-2496-4811-933A-ECDBA46664E3}" destId="{065C0019-F771-4BBC-B724-E8F80ECC6F7B}" srcOrd="1" destOrd="0" presId="urn:microsoft.com/office/officeart/2005/8/layout/vList3"/>
    <dgm:cxn modelId="{343CB192-ADE2-4A20-8C06-7BE2C8DD4DD7}" type="presParOf" srcId="{FE067706-2496-4811-933A-ECDBA46664E3}" destId="{3A80A389-29E6-4380-942D-4CCCBEAA7A6A}" srcOrd="2" destOrd="0" presId="urn:microsoft.com/office/officeart/2005/8/layout/vList3"/>
    <dgm:cxn modelId="{9C8321C1-87DA-409D-8418-CBBC1F662FBF}" type="presParOf" srcId="{3A80A389-29E6-4380-942D-4CCCBEAA7A6A}" destId="{108B0421-0EC1-4F14-B480-DD28BA9A8CB0}" srcOrd="0" destOrd="0" presId="urn:microsoft.com/office/officeart/2005/8/layout/vList3"/>
    <dgm:cxn modelId="{F4A58F03-6134-4FF6-9855-63169B4B235C}" type="presParOf" srcId="{3A80A389-29E6-4380-942D-4CCCBEAA7A6A}" destId="{BAB5F792-0090-4109-9CBB-C697B17AA0B3}" srcOrd="1" destOrd="0" presId="urn:microsoft.com/office/officeart/2005/8/layout/vList3"/>
    <dgm:cxn modelId="{59D80A4A-1603-442F-B972-BB20D7AA00F8}" type="presParOf" srcId="{FE067706-2496-4811-933A-ECDBA46664E3}" destId="{876CBE8E-3120-469E-AEA4-E879C13C3C85}" srcOrd="3" destOrd="0" presId="urn:microsoft.com/office/officeart/2005/8/layout/vList3"/>
    <dgm:cxn modelId="{FFE37E33-DDE0-432D-AF33-D189248066F6}" type="presParOf" srcId="{FE067706-2496-4811-933A-ECDBA46664E3}" destId="{3244C11B-E42E-429D-915F-8856F5FFC4FA}" srcOrd="4" destOrd="0" presId="urn:microsoft.com/office/officeart/2005/8/layout/vList3"/>
    <dgm:cxn modelId="{8CB6FABF-2333-4722-90E9-0E67F607CF73}" type="presParOf" srcId="{3244C11B-E42E-429D-915F-8856F5FFC4FA}" destId="{8AA129BD-B1F3-4D3A-9B6A-6029B19FBC2C}" srcOrd="0" destOrd="0" presId="urn:microsoft.com/office/officeart/2005/8/layout/vList3"/>
    <dgm:cxn modelId="{B4BBB99C-5BA2-4CA7-B758-1ADE3DE7FB23}" type="presParOf" srcId="{3244C11B-E42E-429D-915F-8856F5FFC4FA}" destId="{4036E352-8E17-4E10-B84F-D0C0FC6D1C0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22BBED-1404-492C-929D-87663634A86B}">
      <dsp:nvSpPr>
        <dsp:cNvPr id="0" name=""/>
        <dsp:cNvSpPr/>
      </dsp:nvSpPr>
      <dsp:spPr>
        <a:xfrm rot="10800000">
          <a:off x="1016649" y="0"/>
          <a:ext cx="8061701" cy="1022401"/>
        </a:xfrm>
        <a:prstGeom prst="homePlate">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0851" tIns="64770" rIns="120904" bIns="64770" numCol="1" spcCol="1270" anchor="ctr" anchorCtr="0">
          <a:noAutofit/>
        </a:bodyPr>
        <a:lstStyle/>
        <a:p>
          <a:pPr marL="0" lvl="0" indent="0" algn="ctr" defTabSz="755650">
            <a:lnSpc>
              <a:spcPct val="90000"/>
            </a:lnSpc>
            <a:spcBef>
              <a:spcPct val="0"/>
            </a:spcBef>
            <a:spcAft>
              <a:spcPct val="35000"/>
            </a:spcAft>
            <a:buNone/>
          </a:pPr>
          <a:r>
            <a:rPr lang="en-IN" sz="1700" kern="1200" dirty="0"/>
            <a:t>To develop a reliable AI-based system that estimates the Remaining Useful Life (RUL) of turbofan engines. This prediction is based on </a:t>
          </a:r>
          <a:r>
            <a:rPr lang="en-IN" sz="1700" kern="1200" dirty="0" err="1"/>
            <a:t>analyzing</a:t>
          </a:r>
          <a:r>
            <a:rPr lang="en-IN" sz="1700" kern="1200" dirty="0"/>
            <a:t> multivariate time-series sensor data from the NASA CMAPSS dataset.</a:t>
          </a:r>
        </a:p>
      </dsp:txBody>
      <dsp:txXfrm rot="10800000">
        <a:off x="1272249" y="0"/>
        <a:ext cx="7806101" cy="1022401"/>
      </dsp:txXfrm>
    </dsp:sp>
    <dsp:sp modelId="{A30A500B-D377-472C-A057-10A8F0B1C9D6}">
      <dsp:nvSpPr>
        <dsp:cNvPr id="0" name=""/>
        <dsp:cNvSpPr/>
      </dsp:nvSpPr>
      <dsp:spPr>
        <a:xfrm>
          <a:off x="0" y="0"/>
          <a:ext cx="1022401" cy="1022401"/>
        </a:xfrm>
        <a:prstGeom prst="ellipse">
          <a:avLst/>
        </a:prstGeom>
        <a:blipFill>
          <a:blip xmlns:r="http://schemas.openxmlformats.org/officeDocument/2006/relationships" r:embed="rId1"/>
          <a:srcRect/>
          <a:stretch>
            <a:fillRect l="-15000" r="-15000"/>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B5F792-0090-4109-9CBB-C697B17AA0B3}">
      <dsp:nvSpPr>
        <dsp:cNvPr id="0" name=""/>
        <dsp:cNvSpPr/>
      </dsp:nvSpPr>
      <dsp:spPr>
        <a:xfrm rot="10800000">
          <a:off x="1027152" y="1257296"/>
          <a:ext cx="8010176" cy="1022401"/>
        </a:xfrm>
        <a:prstGeom prst="homePlate">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0851"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We apply Deep Learning (GRU Networks) to recognize the subtle, sequential degradation patterns in the sensor data to accurately forecast the time until failure.</a:t>
          </a:r>
          <a:endParaRPr lang="en-IN" sz="1700" kern="1200" dirty="0"/>
        </a:p>
      </dsp:txBody>
      <dsp:txXfrm rot="10800000">
        <a:off x="1282752" y="1257296"/>
        <a:ext cx="7754576" cy="1022401"/>
      </dsp:txXfrm>
    </dsp:sp>
    <dsp:sp modelId="{108B0421-0EC1-4F14-B480-DD28BA9A8CB0}">
      <dsp:nvSpPr>
        <dsp:cNvPr id="0" name=""/>
        <dsp:cNvSpPr/>
      </dsp:nvSpPr>
      <dsp:spPr>
        <a:xfrm>
          <a:off x="0" y="1279502"/>
          <a:ext cx="1022401" cy="1022401"/>
        </a:xfrm>
        <a:prstGeom prst="ellipse">
          <a:avLst/>
        </a:prstGeom>
        <a:blipFill rotWithShape="1">
          <a:blip xmlns:r="http://schemas.openxmlformats.org/officeDocument/2006/relationships" r:embed="rId1"/>
          <a:srcRect/>
          <a:stretch>
            <a:fillRect l="-15000" r="-15000"/>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36E352-8E17-4E10-B84F-D0C0FC6D1C06}">
      <dsp:nvSpPr>
        <dsp:cNvPr id="0" name=""/>
        <dsp:cNvSpPr/>
      </dsp:nvSpPr>
      <dsp:spPr>
        <a:xfrm rot="10800000">
          <a:off x="1045412" y="2514596"/>
          <a:ext cx="8010176" cy="1022401"/>
        </a:xfrm>
        <a:prstGeom prst="homePlate">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0851"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The system enables proactive maintenance scheduling, directly minimizing costly unplanned downtime and maximizing the operational life and efficiency of critical assets.</a:t>
          </a:r>
          <a:endParaRPr lang="en-IN" sz="1700" kern="1200" dirty="0"/>
        </a:p>
      </dsp:txBody>
      <dsp:txXfrm rot="10800000">
        <a:off x="1301012" y="2514596"/>
        <a:ext cx="7754576" cy="1022401"/>
      </dsp:txXfrm>
    </dsp:sp>
    <dsp:sp modelId="{8AA129BD-B1F3-4D3A-9B6A-6029B19FBC2C}">
      <dsp:nvSpPr>
        <dsp:cNvPr id="0" name=""/>
        <dsp:cNvSpPr/>
      </dsp:nvSpPr>
      <dsp:spPr>
        <a:xfrm>
          <a:off x="0" y="2558999"/>
          <a:ext cx="1022401" cy="1022401"/>
        </a:xfrm>
        <a:prstGeom prst="ellipse">
          <a:avLst/>
        </a:prstGeom>
        <a:blipFill rotWithShape="1">
          <a:blip xmlns:r="http://schemas.openxmlformats.org/officeDocument/2006/relationships" r:embed="rId1"/>
          <a:srcRect/>
          <a:stretch>
            <a:fillRect l="-15000" r="-15000"/>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11/13/2025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IN"/>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IN"/>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11/13/2025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11/13/2025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11/13/2025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11/13/2025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97C6-63FC-F9B7-FD24-F94126975A3F}"/>
              </a:ext>
            </a:extLst>
          </p:cNvPr>
          <p:cNvSpPr>
            <a:spLocks noGrp="1"/>
          </p:cNvSpPr>
          <p:nvPr>
            <p:ph type="ctrTitle"/>
          </p:nvPr>
        </p:nvSpPr>
        <p:spPr>
          <a:xfrm>
            <a:off x="1915128" y="1572768"/>
            <a:ext cx="8361229" cy="2432784"/>
          </a:xfrm>
        </p:spPr>
        <p:txBody>
          <a:bodyPr/>
          <a:lstStyle/>
          <a:p>
            <a:r>
              <a:rPr lang="en-IN" sz="4000" dirty="0"/>
              <a:t>Infosys Virtual Internship</a:t>
            </a:r>
            <a:br>
              <a:rPr lang="en-IN" sz="4000" dirty="0"/>
            </a:br>
            <a:br>
              <a:rPr lang="en-IN" sz="4000" dirty="0"/>
            </a:br>
            <a:r>
              <a:rPr lang="en-IN" sz="4000" dirty="0" err="1"/>
              <a:t>PrognosAI</a:t>
            </a:r>
            <a:r>
              <a:rPr lang="en-IN" sz="4000" dirty="0"/>
              <a:t>: AI-Driven Predictive Maintenance System</a:t>
            </a:r>
          </a:p>
        </p:txBody>
      </p:sp>
      <p:sp>
        <p:nvSpPr>
          <p:cNvPr id="4" name="Rectangle 1">
            <a:extLst>
              <a:ext uri="{FF2B5EF4-FFF2-40B4-BE49-F238E27FC236}">
                <a16:creationId xmlns:a16="http://schemas.microsoft.com/office/drawing/2014/main" id="{861316BD-79B0-E30D-A5B9-B2E3DF67B602}"/>
              </a:ext>
            </a:extLst>
          </p:cNvPr>
          <p:cNvSpPr>
            <a:spLocks noGrp="1" noChangeArrowheads="1"/>
          </p:cNvSpPr>
          <p:nvPr>
            <p:ph type="subTitle" idx="1"/>
          </p:nvPr>
        </p:nvSpPr>
        <p:spPr bwMode="auto">
          <a:xfrm>
            <a:off x="1915128" y="5080938"/>
            <a:ext cx="168507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Presented by-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solidFill>
                  <a:schemeClr val="tx1"/>
                </a:solidFill>
                <a:latin typeface="Arial" panose="020B0604020202020204" pitchFamily="34" charset="0"/>
              </a:rPr>
              <a:t>Darshna Ujwal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AutoShape 3" descr="Image result for A bold image representing predictive analytics">
            <a:extLst>
              <a:ext uri="{FF2B5EF4-FFF2-40B4-BE49-F238E27FC236}">
                <a16:creationId xmlns:a16="http://schemas.microsoft.com/office/drawing/2014/main" id="{DDB703C7-ECB7-9CBA-BA2E-8066517EBF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20AE4A8-7366-8EBC-88A0-4AFF254DCB07}"/>
              </a:ext>
            </a:extLst>
          </p:cNvPr>
          <p:cNvPicPr>
            <a:picLocks noChangeAspect="1"/>
          </p:cNvPicPr>
          <p:nvPr/>
        </p:nvPicPr>
        <p:blipFill>
          <a:blip r:embed="rId2"/>
          <a:stretch>
            <a:fillRect/>
          </a:stretch>
        </p:blipFill>
        <p:spPr>
          <a:xfrm>
            <a:off x="5162292" y="4289678"/>
            <a:ext cx="1866900" cy="2228850"/>
          </a:xfrm>
          <a:prstGeom prst="rect">
            <a:avLst/>
          </a:prstGeom>
          <a:effectLst>
            <a:outerShdw blurRad="76200" dir="18900000" sy="23000" kx="-1200000" algn="bl" rotWithShape="0">
              <a:prstClr val="black">
                <a:alpha val="20000"/>
              </a:prstClr>
            </a:outerShdw>
          </a:effectLst>
        </p:spPr>
      </p:pic>
    </p:spTree>
    <p:extLst>
      <p:ext uri="{BB962C8B-B14F-4D97-AF65-F5344CB8AC3E}">
        <p14:creationId xmlns:p14="http://schemas.microsoft.com/office/powerpoint/2010/main" val="3306335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7C02A-016B-DBA9-ED34-9237A70EECCF}"/>
              </a:ext>
            </a:extLst>
          </p:cNvPr>
          <p:cNvSpPr>
            <a:spLocks noGrp="1"/>
          </p:cNvSpPr>
          <p:nvPr>
            <p:ph type="title"/>
          </p:nvPr>
        </p:nvSpPr>
        <p:spPr/>
        <p:txBody>
          <a:bodyPr>
            <a:normAutofit/>
          </a:bodyPr>
          <a:lstStyle/>
          <a:p>
            <a:r>
              <a:rPr lang="en-IN" sz="4000" dirty="0"/>
              <a:t>Project Objective</a:t>
            </a:r>
          </a:p>
        </p:txBody>
      </p:sp>
      <p:graphicFrame>
        <p:nvGraphicFramePr>
          <p:cNvPr id="8" name="Diagram 7">
            <a:extLst>
              <a:ext uri="{FF2B5EF4-FFF2-40B4-BE49-F238E27FC236}">
                <a16:creationId xmlns:a16="http://schemas.microsoft.com/office/drawing/2014/main" id="{E1341FF3-CF14-EF59-8F04-CF13767B1867}"/>
              </a:ext>
            </a:extLst>
          </p:cNvPr>
          <p:cNvGraphicFramePr/>
          <p:nvPr>
            <p:extLst>
              <p:ext uri="{D42A27DB-BD31-4B8C-83A1-F6EECF244321}">
                <p14:modId xmlns:p14="http://schemas.microsoft.com/office/powerpoint/2010/main" val="912721842"/>
              </p:ext>
            </p:extLst>
          </p:nvPr>
        </p:nvGraphicFramePr>
        <p:xfrm>
          <a:off x="1295400" y="2171700"/>
          <a:ext cx="9601200" cy="3648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2752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857F-FB51-6705-732B-87EDB03FE5DC}"/>
              </a:ext>
            </a:extLst>
          </p:cNvPr>
          <p:cNvSpPr>
            <a:spLocks noGrp="1"/>
          </p:cNvSpPr>
          <p:nvPr>
            <p:ph type="title"/>
          </p:nvPr>
        </p:nvSpPr>
        <p:spPr/>
        <p:txBody>
          <a:bodyPr>
            <a:normAutofit/>
          </a:bodyPr>
          <a:lstStyle/>
          <a:p>
            <a:r>
              <a:rPr lang="en-US" sz="4000" dirty="0"/>
              <a:t>Milestone 1: Data Preparation &amp; Feature Engineering</a:t>
            </a:r>
            <a:endParaRPr lang="en-IN" sz="4000" dirty="0"/>
          </a:p>
        </p:txBody>
      </p:sp>
      <p:sp>
        <p:nvSpPr>
          <p:cNvPr id="5" name="Content Placeholder 4">
            <a:extLst>
              <a:ext uri="{FF2B5EF4-FFF2-40B4-BE49-F238E27FC236}">
                <a16:creationId xmlns:a16="http://schemas.microsoft.com/office/drawing/2014/main" id="{F36690E1-5EAA-EB0C-5BFD-467D55119B82}"/>
              </a:ext>
            </a:extLst>
          </p:cNvPr>
          <p:cNvSpPr>
            <a:spLocks noGrp="1"/>
          </p:cNvSpPr>
          <p:nvPr>
            <p:ph idx="1"/>
          </p:nvPr>
        </p:nvSpPr>
        <p:spPr/>
        <p:txBody>
          <a:bodyPr>
            <a:normAutofit/>
          </a:bodyPr>
          <a:lstStyle/>
          <a:p>
            <a:r>
              <a:rPr lang="en-IN" sz="1700" dirty="0"/>
              <a:t>Data originated from the NASA CMAPSS FD001 dataset. We performed necessary cleaning steps, including removing static and irrelevant sensor columns (which have zero variance) and applying Min-Max Scaling (0 to 1) to all dynamic features for GRU stability.</a:t>
            </a:r>
          </a:p>
          <a:p>
            <a:r>
              <a:rPr lang="en-US" sz="1700" dirty="0"/>
              <a:t>The RUL target variable was calculated for every engine cycle as: RUL = Total\ Cycles - Current\ Cycle. We applied Min-Max Scaling to all dynamic features, normalizing values between 0 and 1 to ensure neural network stability.</a:t>
            </a:r>
          </a:p>
          <a:p>
            <a:r>
              <a:rPr lang="en-US" sz="1700" dirty="0"/>
              <a:t>We converted the flat data into a 3D format using a 50-cycle rolling window (Sequences). This structure is essential for training Recurrent Neural Networks (RNNs) to analyze history.</a:t>
            </a:r>
            <a:endParaRPr lang="en-IN" sz="1700" dirty="0"/>
          </a:p>
        </p:txBody>
      </p:sp>
      <p:pic>
        <p:nvPicPr>
          <p:cNvPr id="4" name="Picture 3">
            <a:extLst>
              <a:ext uri="{FF2B5EF4-FFF2-40B4-BE49-F238E27FC236}">
                <a16:creationId xmlns:a16="http://schemas.microsoft.com/office/drawing/2014/main" id="{C50729F0-D41D-8956-7C25-F7BE231E8D05}"/>
              </a:ext>
            </a:extLst>
          </p:cNvPr>
          <p:cNvPicPr>
            <a:picLocks noChangeAspect="1"/>
          </p:cNvPicPr>
          <p:nvPr/>
        </p:nvPicPr>
        <p:blipFill>
          <a:blip r:embed="rId2"/>
          <a:stretch>
            <a:fillRect/>
          </a:stretch>
        </p:blipFill>
        <p:spPr>
          <a:xfrm>
            <a:off x="4325302" y="4702302"/>
            <a:ext cx="3541395" cy="2001658"/>
          </a:xfrm>
          <a:prstGeom prst="rect">
            <a:avLst/>
          </a:prstGeom>
          <a:effectLst>
            <a:outerShdw blurRad="76200" dir="18900000" sy="23000" kx="-1200000" algn="bl" rotWithShape="0">
              <a:prstClr val="black">
                <a:alpha val="20000"/>
              </a:prstClr>
            </a:outerShdw>
          </a:effectLst>
        </p:spPr>
      </p:pic>
    </p:spTree>
    <p:extLst>
      <p:ext uri="{BB962C8B-B14F-4D97-AF65-F5344CB8AC3E}">
        <p14:creationId xmlns:p14="http://schemas.microsoft.com/office/powerpoint/2010/main" val="2183772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55CC3-86F2-77A3-4883-996F4002BE79}"/>
              </a:ext>
            </a:extLst>
          </p:cNvPr>
          <p:cNvSpPr>
            <a:spLocks noGrp="1"/>
          </p:cNvSpPr>
          <p:nvPr>
            <p:ph type="title"/>
          </p:nvPr>
        </p:nvSpPr>
        <p:spPr/>
        <p:txBody>
          <a:bodyPr>
            <a:normAutofit/>
          </a:bodyPr>
          <a:lstStyle/>
          <a:p>
            <a:r>
              <a:rPr lang="en-US" sz="4000" dirty="0"/>
              <a:t>Milestone 2: Model Architecture and Optimization</a:t>
            </a:r>
            <a:endParaRPr lang="en-IN" sz="4000" dirty="0"/>
          </a:p>
        </p:txBody>
      </p:sp>
      <p:sp>
        <p:nvSpPr>
          <p:cNvPr id="3" name="Content Placeholder 2">
            <a:extLst>
              <a:ext uri="{FF2B5EF4-FFF2-40B4-BE49-F238E27FC236}">
                <a16:creationId xmlns:a16="http://schemas.microsoft.com/office/drawing/2014/main" id="{E79B04F3-283D-4078-6C83-6C9DE4B1257C}"/>
              </a:ext>
            </a:extLst>
          </p:cNvPr>
          <p:cNvSpPr>
            <a:spLocks noGrp="1"/>
          </p:cNvSpPr>
          <p:nvPr>
            <p:ph idx="1"/>
          </p:nvPr>
        </p:nvSpPr>
        <p:spPr/>
        <p:txBody>
          <a:bodyPr>
            <a:normAutofit/>
          </a:bodyPr>
          <a:lstStyle/>
          <a:p>
            <a:r>
              <a:rPr lang="en-US" sz="1700" dirty="0"/>
              <a:t>Gated Recurrent Unit (GRU) Network. Selected over LSTM for its combination of efficiency and strong performance in time-series prediction.</a:t>
            </a:r>
          </a:p>
          <a:p>
            <a:r>
              <a:rPr lang="en-US" sz="1700" dirty="0"/>
              <a:t>A robust stacked design (128 -&gt; 64 units) to effectively capture long-term memory in the 50-cycle sequences.</a:t>
            </a:r>
          </a:p>
          <a:p>
            <a:r>
              <a:rPr lang="en-US" sz="1700" dirty="0"/>
              <a:t>RUL Clipping (100 Cycles): We capped the target RUL at 100. This forces the model's predictive power onto the critical 100 cycles before failure, which is the key to achieving high R</a:t>
            </a:r>
            <a:r>
              <a:rPr lang="en-US" sz="1700" baseline="30000" dirty="0"/>
              <a:t>2</a:t>
            </a:r>
            <a:r>
              <a:rPr lang="en-US" sz="1700" dirty="0"/>
              <a:t>.</a:t>
            </a:r>
          </a:p>
          <a:p>
            <a:r>
              <a:rPr lang="en-US" sz="1700" dirty="0"/>
              <a:t>Unit-Based Splitting: We used “</a:t>
            </a:r>
            <a:r>
              <a:rPr lang="en-US" sz="1700" dirty="0" err="1"/>
              <a:t>GroupShuffleSplit</a:t>
            </a:r>
            <a:r>
              <a:rPr lang="en-US" sz="1700" dirty="0"/>
              <a:t>” to ensure the test data only contains entirely unseen engine IDs. This guarantees the model's high R</a:t>
            </a:r>
            <a:r>
              <a:rPr lang="en-US" sz="1700" baseline="30000" dirty="0"/>
              <a:t>2</a:t>
            </a:r>
            <a:r>
              <a:rPr lang="en-US" sz="1700" dirty="0"/>
              <a:t> genuinely proves its ability to generalize to new machines.</a:t>
            </a:r>
            <a:endParaRPr lang="en-IN" sz="1700" dirty="0"/>
          </a:p>
        </p:txBody>
      </p:sp>
    </p:spTree>
    <p:extLst>
      <p:ext uri="{BB962C8B-B14F-4D97-AF65-F5344CB8AC3E}">
        <p14:creationId xmlns:p14="http://schemas.microsoft.com/office/powerpoint/2010/main" val="988477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29BFC-B492-F8E4-2C21-AB11F0BE3B4B}"/>
              </a:ext>
            </a:extLst>
          </p:cNvPr>
          <p:cNvSpPr>
            <a:spLocks noGrp="1"/>
          </p:cNvSpPr>
          <p:nvPr>
            <p:ph type="title"/>
          </p:nvPr>
        </p:nvSpPr>
        <p:spPr/>
        <p:txBody>
          <a:bodyPr>
            <a:normAutofit/>
          </a:bodyPr>
          <a:lstStyle/>
          <a:p>
            <a:r>
              <a:rPr lang="en-US" sz="4000" dirty="0"/>
              <a:t>Milestone 3: Performance and Predictive Reliability</a:t>
            </a:r>
            <a:endParaRPr lang="en-IN" sz="4000" dirty="0"/>
          </a:p>
        </p:txBody>
      </p:sp>
      <p:sp>
        <p:nvSpPr>
          <p:cNvPr id="3" name="Content Placeholder 2">
            <a:extLst>
              <a:ext uri="{FF2B5EF4-FFF2-40B4-BE49-F238E27FC236}">
                <a16:creationId xmlns:a16="http://schemas.microsoft.com/office/drawing/2014/main" id="{95EF1421-DC89-8CF1-690B-39B19311713E}"/>
              </a:ext>
            </a:extLst>
          </p:cNvPr>
          <p:cNvSpPr>
            <a:spLocks noGrp="1"/>
          </p:cNvSpPr>
          <p:nvPr>
            <p:ph idx="1"/>
          </p:nvPr>
        </p:nvSpPr>
        <p:spPr/>
        <p:txBody>
          <a:bodyPr>
            <a:normAutofit/>
          </a:bodyPr>
          <a:lstStyle/>
          <a:p>
            <a:r>
              <a:rPr lang="en-US" sz="1700" dirty="0"/>
              <a:t>Final R-squared (R</a:t>
            </a:r>
            <a:r>
              <a:rPr lang="en-US" sz="1700" baseline="30000" dirty="0"/>
              <a:t>2</a:t>
            </a:r>
            <a:r>
              <a:rPr lang="en-US" sz="1700" dirty="0"/>
              <a:t>): &gt;0.95. (Explains over 95\% of the degradation variance.)</a:t>
            </a:r>
          </a:p>
          <a:p>
            <a:r>
              <a:rPr lang="en-US" sz="1700" dirty="0"/>
              <a:t>Root Mean Squared Error (RMSE): &lt;7.3 cycles. This means the average prediction error is extremely low.</a:t>
            </a:r>
          </a:p>
          <a:p>
            <a:r>
              <a:rPr lang="en-US" sz="1700" dirty="0"/>
              <a:t>Charts comparing Predicted RUL vs. Actual RUL confirm strong visual consistency.</a:t>
            </a:r>
          </a:p>
          <a:p>
            <a:r>
              <a:rPr lang="en-US" sz="1700" dirty="0"/>
              <a:t>Error Histogram shows errors are tightly centered at zero, proving the model has no significant systemic bias to predict RUL too early or too late.</a:t>
            </a:r>
            <a:endParaRPr lang="en-IN" sz="1700" dirty="0"/>
          </a:p>
        </p:txBody>
      </p:sp>
    </p:spTree>
    <p:extLst>
      <p:ext uri="{BB962C8B-B14F-4D97-AF65-F5344CB8AC3E}">
        <p14:creationId xmlns:p14="http://schemas.microsoft.com/office/powerpoint/2010/main" val="178941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5B59E-F170-56E0-80E9-5C0F44ED8A98}"/>
              </a:ext>
            </a:extLst>
          </p:cNvPr>
          <p:cNvSpPr>
            <a:spLocks noGrp="1"/>
          </p:cNvSpPr>
          <p:nvPr>
            <p:ph type="title"/>
          </p:nvPr>
        </p:nvSpPr>
        <p:spPr/>
        <p:txBody>
          <a:bodyPr/>
          <a:lstStyle/>
          <a:p>
            <a:r>
              <a:rPr lang="en-US" dirty="0"/>
              <a:t>Milestone 3 visualization</a:t>
            </a:r>
            <a:endParaRPr lang="en-IN" dirty="0"/>
          </a:p>
        </p:txBody>
      </p:sp>
      <p:pic>
        <p:nvPicPr>
          <p:cNvPr id="6" name="Content Placeholder 5">
            <a:extLst>
              <a:ext uri="{FF2B5EF4-FFF2-40B4-BE49-F238E27FC236}">
                <a16:creationId xmlns:a16="http://schemas.microsoft.com/office/drawing/2014/main" id="{7E2A62EB-23A4-0FF0-2628-1009009796B6}"/>
              </a:ext>
            </a:extLst>
          </p:cNvPr>
          <p:cNvPicPr>
            <a:picLocks noGrp="1" noChangeAspect="1"/>
          </p:cNvPicPr>
          <p:nvPr>
            <p:ph sz="half" idx="1"/>
          </p:nvPr>
        </p:nvPicPr>
        <p:blipFill>
          <a:blip r:embed="rId2"/>
          <a:stretch>
            <a:fillRect/>
          </a:stretch>
        </p:blipFill>
        <p:spPr>
          <a:xfrm>
            <a:off x="4517136" y="1737359"/>
            <a:ext cx="4448175" cy="206206"/>
          </a:xfrm>
          <a:prstGeom prst="rect">
            <a:avLst/>
          </a:prstGeom>
        </p:spPr>
      </p:pic>
      <p:pic>
        <p:nvPicPr>
          <p:cNvPr id="8" name="Content Placeholder 7">
            <a:extLst>
              <a:ext uri="{FF2B5EF4-FFF2-40B4-BE49-F238E27FC236}">
                <a16:creationId xmlns:a16="http://schemas.microsoft.com/office/drawing/2014/main" id="{9928C6A4-0D65-DFBF-C6CC-77163E008A78}"/>
              </a:ext>
            </a:extLst>
          </p:cNvPr>
          <p:cNvPicPr>
            <a:picLocks noGrp="1" noChangeAspect="1"/>
          </p:cNvPicPr>
          <p:nvPr>
            <p:ph sz="half" idx="2"/>
          </p:nvPr>
        </p:nvPicPr>
        <p:blipFill>
          <a:blip r:embed="rId3"/>
          <a:stretch>
            <a:fillRect/>
          </a:stretch>
        </p:blipFill>
        <p:spPr>
          <a:xfrm>
            <a:off x="3182112" y="2057086"/>
            <a:ext cx="7397497" cy="44534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410068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CE498-9C71-60CE-E96C-EE86A84C2C65}"/>
              </a:ext>
            </a:extLst>
          </p:cNvPr>
          <p:cNvSpPr>
            <a:spLocks noGrp="1"/>
          </p:cNvSpPr>
          <p:nvPr>
            <p:ph type="title"/>
          </p:nvPr>
        </p:nvSpPr>
        <p:spPr/>
        <p:txBody>
          <a:bodyPr>
            <a:normAutofit/>
          </a:bodyPr>
          <a:lstStyle/>
          <a:p>
            <a:r>
              <a:rPr lang="en-US" sz="4000" dirty="0"/>
              <a:t>M4: Risk Thresholding and Alert System</a:t>
            </a:r>
            <a:endParaRPr lang="en-IN" sz="4000" dirty="0"/>
          </a:p>
        </p:txBody>
      </p:sp>
      <p:sp>
        <p:nvSpPr>
          <p:cNvPr id="3" name="Content Placeholder 2">
            <a:extLst>
              <a:ext uri="{FF2B5EF4-FFF2-40B4-BE49-F238E27FC236}">
                <a16:creationId xmlns:a16="http://schemas.microsoft.com/office/drawing/2014/main" id="{653C2353-6F2E-7691-D4FB-DACFDAC8882B}"/>
              </a:ext>
            </a:extLst>
          </p:cNvPr>
          <p:cNvSpPr>
            <a:spLocks noGrp="1"/>
          </p:cNvSpPr>
          <p:nvPr>
            <p:ph idx="1"/>
          </p:nvPr>
        </p:nvSpPr>
        <p:spPr/>
        <p:txBody>
          <a:bodyPr>
            <a:normAutofit/>
          </a:bodyPr>
          <a:lstStyle/>
          <a:p>
            <a:r>
              <a:rPr lang="en-US" sz="1700" dirty="0"/>
              <a:t>Translate numerical RUL predictions into clear, actionable commands for maintenance staff.</a:t>
            </a:r>
          </a:p>
          <a:p>
            <a:r>
              <a:rPr lang="en-IN" sz="1700" dirty="0"/>
              <a:t>Warning Zone: RUL: 30 cycles. (High-priority planning required). Critical Zone: RUL  10 cycles. (Immediate action/Asset must be grounded).</a:t>
            </a:r>
          </a:p>
          <a:p>
            <a:r>
              <a:rPr lang="en-US" sz="1700" dirty="0"/>
              <a:t>Custom Python logic automatically classifies every new prediction into HEALTHY, WARNING, or CRITICAL status.</a:t>
            </a:r>
          </a:p>
          <a:p>
            <a:r>
              <a:rPr lang="en-US" sz="1700" dirty="0"/>
              <a:t>This layer transforms a mathematical result into a crucial business signal, allowing for timely intervention based on defined risk levels.</a:t>
            </a:r>
            <a:endParaRPr lang="en-IN" sz="1700" dirty="0"/>
          </a:p>
        </p:txBody>
      </p:sp>
      <p:pic>
        <p:nvPicPr>
          <p:cNvPr id="5" name="Picture 4">
            <a:extLst>
              <a:ext uri="{FF2B5EF4-FFF2-40B4-BE49-F238E27FC236}">
                <a16:creationId xmlns:a16="http://schemas.microsoft.com/office/drawing/2014/main" id="{C4D58055-5B9A-5486-F237-44A17FEBC53A}"/>
              </a:ext>
            </a:extLst>
          </p:cNvPr>
          <p:cNvPicPr>
            <a:picLocks noChangeAspect="1"/>
          </p:cNvPicPr>
          <p:nvPr/>
        </p:nvPicPr>
        <p:blipFill>
          <a:blip r:embed="rId2"/>
          <a:stretch>
            <a:fillRect/>
          </a:stretch>
        </p:blipFill>
        <p:spPr>
          <a:xfrm>
            <a:off x="5858256" y="4560512"/>
            <a:ext cx="5443728" cy="2297488"/>
          </a:xfrm>
          <a:prstGeom prst="rect">
            <a:avLst/>
          </a:prstGeom>
          <a:effectLst>
            <a:outerShdw blurRad="76200" dir="18900000" sy="23000" kx="-1200000" algn="bl" rotWithShape="0">
              <a:prstClr val="black">
                <a:alpha val="20000"/>
              </a:prstClr>
            </a:outerShdw>
          </a:effectLst>
        </p:spPr>
      </p:pic>
    </p:spTree>
    <p:extLst>
      <p:ext uri="{BB962C8B-B14F-4D97-AF65-F5344CB8AC3E}">
        <p14:creationId xmlns:p14="http://schemas.microsoft.com/office/powerpoint/2010/main" val="2347637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474F-3C88-E56D-2257-A0974ED57AAC}"/>
              </a:ext>
            </a:extLst>
          </p:cNvPr>
          <p:cNvSpPr>
            <a:spLocks noGrp="1"/>
          </p:cNvSpPr>
          <p:nvPr>
            <p:ph type="title"/>
          </p:nvPr>
        </p:nvSpPr>
        <p:spPr/>
        <p:txBody>
          <a:bodyPr>
            <a:normAutofit/>
          </a:bodyPr>
          <a:lstStyle/>
          <a:p>
            <a:r>
              <a:rPr lang="en-US" sz="4000" dirty="0"/>
              <a:t>M5: Visualization and Dashboard Development</a:t>
            </a:r>
            <a:endParaRPr lang="en-IN" sz="4000" dirty="0"/>
          </a:p>
        </p:txBody>
      </p:sp>
      <p:sp>
        <p:nvSpPr>
          <p:cNvPr id="3" name="Content Placeholder 2">
            <a:extLst>
              <a:ext uri="{FF2B5EF4-FFF2-40B4-BE49-F238E27FC236}">
                <a16:creationId xmlns:a16="http://schemas.microsoft.com/office/drawing/2014/main" id="{20FE2DF0-8DDE-2319-51CA-4F2DE21038D0}"/>
              </a:ext>
            </a:extLst>
          </p:cNvPr>
          <p:cNvSpPr>
            <a:spLocks noGrp="1"/>
          </p:cNvSpPr>
          <p:nvPr>
            <p:ph idx="1"/>
          </p:nvPr>
        </p:nvSpPr>
        <p:spPr/>
        <p:txBody>
          <a:bodyPr>
            <a:normAutofit/>
          </a:bodyPr>
          <a:lstStyle/>
          <a:p>
            <a:r>
              <a:rPr lang="en-US" sz="1700" dirty="0"/>
              <a:t>Platform- </a:t>
            </a:r>
            <a:r>
              <a:rPr lang="en-US" sz="1700" dirty="0" err="1"/>
              <a:t>Streamlit</a:t>
            </a:r>
            <a:r>
              <a:rPr lang="en-US" sz="1700" dirty="0"/>
              <a:t> (Python Application) and </a:t>
            </a:r>
            <a:r>
              <a:rPr lang="en-US" sz="1700" dirty="0" err="1"/>
              <a:t>Plotly</a:t>
            </a:r>
            <a:r>
              <a:rPr lang="en-US" sz="1700" dirty="0"/>
              <a:t> (Interactive Charts).</a:t>
            </a:r>
          </a:p>
          <a:p>
            <a:r>
              <a:rPr lang="en-US" sz="1700" dirty="0"/>
              <a:t>A user-friendly, responsive dashboard that allows users to select individual Engine Units for analysis via a sidebar.</a:t>
            </a:r>
          </a:p>
          <a:p>
            <a:r>
              <a:rPr lang="en-US" sz="1700" dirty="0"/>
              <a:t>Interactive RUL Trend Chart: Plots the degradation trend against the maintenance alert zones, providing zoom and hover functionality for precise data inspection.</a:t>
            </a:r>
          </a:p>
          <a:p>
            <a:r>
              <a:rPr lang="en-US" sz="1700" dirty="0"/>
              <a:t>The dashboard is clear, responsive, and meets all requirements for conveying asset health and potential risks to the user.</a:t>
            </a:r>
            <a:endParaRPr lang="en-IN" sz="1700" dirty="0"/>
          </a:p>
        </p:txBody>
      </p:sp>
    </p:spTree>
    <p:extLst>
      <p:ext uri="{BB962C8B-B14F-4D97-AF65-F5344CB8AC3E}">
        <p14:creationId xmlns:p14="http://schemas.microsoft.com/office/powerpoint/2010/main" val="2469734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157CC-12E0-F59B-AF22-91F7C9E70E23}"/>
              </a:ext>
            </a:extLst>
          </p:cNvPr>
          <p:cNvSpPr>
            <a:spLocks noGrp="1"/>
          </p:cNvSpPr>
          <p:nvPr>
            <p:ph type="title"/>
          </p:nvPr>
        </p:nvSpPr>
        <p:spPr/>
        <p:txBody>
          <a:bodyPr>
            <a:normAutofit/>
          </a:bodyPr>
          <a:lstStyle/>
          <a:p>
            <a:r>
              <a:rPr lang="en-US" sz="4000" dirty="0"/>
              <a:t>Output Screens</a:t>
            </a:r>
            <a:endParaRPr lang="en-IN" sz="4000" dirty="0"/>
          </a:p>
        </p:txBody>
      </p:sp>
      <p:pic>
        <p:nvPicPr>
          <p:cNvPr id="13" name="Content Placeholder 12">
            <a:extLst>
              <a:ext uri="{FF2B5EF4-FFF2-40B4-BE49-F238E27FC236}">
                <a16:creationId xmlns:a16="http://schemas.microsoft.com/office/drawing/2014/main" id="{086489AD-B46F-DABC-576C-1E09056EF360}"/>
              </a:ext>
            </a:extLst>
          </p:cNvPr>
          <p:cNvPicPr>
            <a:picLocks noGrp="1" noChangeAspect="1"/>
          </p:cNvPicPr>
          <p:nvPr>
            <p:ph idx="1"/>
          </p:nvPr>
        </p:nvPicPr>
        <p:blipFill>
          <a:blip r:embed="rId2"/>
          <a:stretch>
            <a:fillRect/>
          </a:stretch>
        </p:blipFill>
        <p:spPr>
          <a:xfrm>
            <a:off x="1005839" y="1508070"/>
            <a:ext cx="4602768" cy="2420678"/>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5" name="Picture 14">
            <a:extLst>
              <a:ext uri="{FF2B5EF4-FFF2-40B4-BE49-F238E27FC236}">
                <a16:creationId xmlns:a16="http://schemas.microsoft.com/office/drawing/2014/main" id="{67E12927-67C3-A6DC-9E71-37D3EE1D525E}"/>
              </a:ext>
            </a:extLst>
          </p:cNvPr>
          <p:cNvPicPr>
            <a:picLocks noChangeAspect="1"/>
          </p:cNvPicPr>
          <p:nvPr/>
        </p:nvPicPr>
        <p:blipFill>
          <a:blip r:embed="rId3"/>
          <a:stretch>
            <a:fillRect/>
          </a:stretch>
        </p:blipFill>
        <p:spPr>
          <a:xfrm>
            <a:off x="6943056" y="1508070"/>
            <a:ext cx="4602769" cy="242551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7" name="Picture 16">
            <a:extLst>
              <a:ext uri="{FF2B5EF4-FFF2-40B4-BE49-F238E27FC236}">
                <a16:creationId xmlns:a16="http://schemas.microsoft.com/office/drawing/2014/main" id="{F8A8160D-B5C8-4504-E16C-A693E08F04B4}"/>
              </a:ext>
            </a:extLst>
          </p:cNvPr>
          <p:cNvPicPr>
            <a:picLocks noChangeAspect="1"/>
          </p:cNvPicPr>
          <p:nvPr/>
        </p:nvPicPr>
        <p:blipFill>
          <a:blip r:embed="rId4"/>
          <a:stretch>
            <a:fillRect/>
          </a:stretch>
        </p:blipFill>
        <p:spPr>
          <a:xfrm>
            <a:off x="1005839" y="4220320"/>
            <a:ext cx="4610225" cy="242067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9" name="Picture 18">
            <a:extLst>
              <a:ext uri="{FF2B5EF4-FFF2-40B4-BE49-F238E27FC236}">
                <a16:creationId xmlns:a16="http://schemas.microsoft.com/office/drawing/2014/main" id="{FF29B5CC-AD37-EA15-7090-7FC23B505197}"/>
              </a:ext>
            </a:extLst>
          </p:cNvPr>
          <p:cNvPicPr>
            <a:picLocks noChangeAspect="1"/>
          </p:cNvPicPr>
          <p:nvPr/>
        </p:nvPicPr>
        <p:blipFill>
          <a:blip r:embed="rId5"/>
          <a:stretch>
            <a:fillRect/>
          </a:stretch>
        </p:blipFill>
        <p:spPr>
          <a:xfrm>
            <a:off x="6946024" y="4220320"/>
            <a:ext cx="4605736" cy="242067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1704918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022C-DCBF-3EE6-3EC8-57946E0860C7}"/>
              </a:ext>
            </a:extLst>
          </p:cNvPr>
          <p:cNvSpPr>
            <a:spLocks noGrp="1"/>
          </p:cNvSpPr>
          <p:nvPr>
            <p:ph type="title"/>
          </p:nvPr>
        </p:nvSpPr>
        <p:spPr/>
        <p:txBody>
          <a:bodyPr>
            <a:normAutofit/>
          </a:bodyPr>
          <a:lstStyle/>
          <a:p>
            <a:r>
              <a:rPr lang="en-US" sz="4000" dirty="0"/>
              <a:t>Project Summary: From Data to Decision</a:t>
            </a:r>
            <a:endParaRPr lang="en-IN" sz="4000" dirty="0"/>
          </a:p>
        </p:txBody>
      </p:sp>
      <p:sp>
        <p:nvSpPr>
          <p:cNvPr id="3" name="Content Placeholder 2">
            <a:extLst>
              <a:ext uri="{FF2B5EF4-FFF2-40B4-BE49-F238E27FC236}">
                <a16:creationId xmlns:a16="http://schemas.microsoft.com/office/drawing/2014/main" id="{FCD9CF64-B246-FB2A-D02F-26F600A7C171}"/>
              </a:ext>
            </a:extLst>
          </p:cNvPr>
          <p:cNvSpPr>
            <a:spLocks noGrp="1"/>
          </p:cNvSpPr>
          <p:nvPr>
            <p:ph idx="1"/>
          </p:nvPr>
        </p:nvSpPr>
        <p:spPr/>
        <p:txBody>
          <a:bodyPr>
            <a:normAutofit/>
          </a:bodyPr>
          <a:lstStyle/>
          <a:p>
            <a:r>
              <a:rPr lang="en-US" sz="1700" dirty="0"/>
              <a:t>M1 &amp; M2 - Data Foundation &amp; Training: Successfully preprocessed data, applied RUL Clipping, and trained a GRU network to achieve R</a:t>
            </a:r>
            <a:r>
              <a:rPr lang="en-US" sz="1700" baseline="30000" dirty="0"/>
              <a:t>2 </a:t>
            </a:r>
            <a:r>
              <a:rPr lang="en-US" sz="1700" dirty="0"/>
              <a:t>&gt; 0.95 precision.</a:t>
            </a:r>
          </a:p>
          <a:p>
            <a:r>
              <a:rPr lang="en-US" sz="1700" dirty="0"/>
              <a:t>M3 &amp; M4 - Validation &amp; Action: Proved model reliability (zero bias) and implemented the Warning/Critical alert system logic.</a:t>
            </a:r>
          </a:p>
          <a:p>
            <a:r>
              <a:rPr lang="en-US" sz="1700" dirty="0"/>
              <a:t>M5 - Deployment: Delivered a functional, integrated </a:t>
            </a:r>
            <a:r>
              <a:rPr lang="en-US" sz="1700" dirty="0" err="1"/>
              <a:t>Streamlit</a:t>
            </a:r>
            <a:r>
              <a:rPr lang="en-US" sz="1700" dirty="0"/>
              <a:t> Dashboard for user interaction and real-time visualization of predictions and alerts.</a:t>
            </a:r>
            <a:endParaRPr lang="en-IN" sz="1700" dirty="0"/>
          </a:p>
        </p:txBody>
      </p:sp>
    </p:spTree>
    <p:extLst>
      <p:ext uri="{BB962C8B-B14F-4D97-AF65-F5344CB8AC3E}">
        <p14:creationId xmlns:p14="http://schemas.microsoft.com/office/powerpoint/2010/main" val="2110925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B3435-C01E-54E4-1D4C-916E4D8ACC02}"/>
              </a:ext>
            </a:extLst>
          </p:cNvPr>
          <p:cNvSpPr>
            <a:spLocks noGrp="1"/>
          </p:cNvSpPr>
          <p:nvPr>
            <p:ph type="title"/>
          </p:nvPr>
        </p:nvSpPr>
        <p:spPr/>
        <p:txBody>
          <a:bodyPr>
            <a:normAutofit/>
          </a:bodyPr>
          <a:lstStyle/>
          <a:p>
            <a:r>
              <a:rPr lang="en-IN" sz="4000" dirty="0"/>
              <a:t>Technical Stack and Deliverables</a:t>
            </a:r>
          </a:p>
        </p:txBody>
      </p:sp>
      <p:sp>
        <p:nvSpPr>
          <p:cNvPr id="3" name="Content Placeholder 2">
            <a:extLst>
              <a:ext uri="{FF2B5EF4-FFF2-40B4-BE49-F238E27FC236}">
                <a16:creationId xmlns:a16="http://schemas.microsoft.com/office/drawing/2014/main" id="{04895327-9FF3-0620-89AD-DB5AED92316C}"/>
              </a:ext>
            </a:extLst>
          </p:cNvPr>
          <p:cNvSpPr>
            <a:spLocks noGrp="1"/>
          </p:cNvSpPr>
          <p:nvPr>
            <p:ph idx="1"/>
          </p:nvPr>
        </p:nvSpPr>
        <p:spPr/>
        <p:txBody>
          <a:bodyPr>
            <a:normAutofit/>
          </a:bodyPr>
          <a:lstStyle/>
          <a:p>
            <a:r>
              <a:rPr lang="en-IN" sz="1700" dirty="0"/>
              <a:t>Tech Stack - Python, Pandas, NumPy (Data), TensorFlow/</a:t>
            </a:r>
            <a:r>
              <a:rPr lang="en-IN" sz="1700" dirty="0" err="1"/>
              <a:t>Keras</a:t>
            </a:r>
            <a:r>
              <a:rPr lang="en-IN" sz="1700" dirty="0"/>
              <a:t> (GRU Model), </a:t>
            </a:r>
            <a:r>
              <a:rPr lang="en-IN" sz="1700" dirty="0" err="1"/>
              <a:t>Streamlit</a:t>
            </a:r>
            <a:r>
              <a:rPr lang="en-IN" sz="1700" dirty="0"/>
              <a:t> (Dashboard), </a:t>
            </a:r>
            <a:r>
              <a:rPr lang="en-IN" sz="1700" dirty="0" err="1"/>
              <a:t>Plotly</a:t>
            </a:r>
            <a:r>
              <a:rPr lang="en-IN" sz="1700" dirty="0"/>
              <a:t> (Interactive Charts).Final </a:t>
            </a:r>
          </a:p>
          <a:p>
            <a:r>
              <a:rPr lang="en-IN" sz="1700" dirty="0"/>
              <a:t>Deliverables - best\_</a:t>
            </a:r>
            <a:r>
              <a:rPr lang="en-IN" sz="1700" dirty="0" err="1"/>
              <a:t>rul</a:t>
            </a:r>
            <a:r>
              <a:rPr lang="en-IN" sz="1700" dirty="0"/>
              <a:t>\_</a:t>
            </a:r>
            <a:r>
              <a:rPr lang="en-IN" sz="1700" dirty="0" err="1"/>
              <a:t>gru</a:t>
            </a:r>
            <a:r>
              <a:rPr lang="en-IN" sz="1700" dirty="0"/>
              <a:t>\_model.h5 (Trained Model), 3\_evaluation\_and\_</a:t>
            </a:r>
            <a:r>
              <a:rPr lang="en-IN" sz="1700" dirty="0" err="1"/>
              <a:t>alerting.ipynb</a:t>
            </a:r>
            <a:r>
              <a:rPr lang="en-IN" sz="1700" dirty="0"/>
              <a:t> (Analysis), prognosai\_dashboard.py (Final Application).</a:t>
            </a:r>
          </a:p>
        </p:txBody>
      </p:sp>
      <p:grpSp>
        <p:nvGrpSpPr>
          <p:cNvPr id="10" name="Group 9">
            <a:extLst>
              <a:ext uri="{FF2B5EF4-FFF2-40B4-BE49-F238E27FC236}">
                <a16:creationId xmlns:a16="http://schemas.microsoft.com/office/drawing/2014/main" id="{B9B87326-7FE0-8E04-BF54-86CC4B33F89E}"/>
              </a:ext>
            </a:extLst>
          </p:cNvPr>
          <p:cNvGrpSpPr/>
          <p:nvPr/>
        </p:nvGrpSpPr>
        <p:grpSpPr>
          <a:xfrm>
            <a:off x="1056346" y="4374069"/>
            <a:ext cx="9916454" cy="1952436"/>
            <a:chOff x="1056346" y="4374069"/>
            <a:chExt cx="9916454" cy="1952436"/>
          </a:xfrm>
        </p:grpSpPr>
        <p:pic>
          <p:nvPicPr>
            <p:cNvPr id="5" name="Picture 4">
              <a:extLst>
                <a:ext uri="{FF2B5EF4-FFF2-40B4-BE49-F238E27FC236}">
                  <a16:creationId xmlns:a16="http://schemas.microsoft.com/office/drawing/2014/main" id="{CC591593-2F53-12B1-5631-A85DCC37826F}"/>
                </a:ext>
              </a:extLst>
            </p:cNvPr>
            <p:cNvPicPr>
              <a:picLocks noChangeAspect="1"/>
            </p:cNvPicPr>
            <p:nvPr/>
          </p:nvPicPr>
          <p:blipFill>
            <a:blip r:embed="rId2"/>
            <a:stretch>
              <a:fillRect/>
            </a:stretch>
          </p:blipFill>
          <p:spPr>
            <a:xfrm>
              <a:off x="6695056" y="4374069"/>
              <a:ext cx="1952435" cy="1952435"/>
            </a:xfrm>
            <a:prstGeom prst="rect">
              <a:avLst/>
            </a:prstGeom>
            <a:effectLst>
              <a:outerShdw blurRad="76200" dir="18900000" sy="23000" kx="-1200000" algn="bl" rotWithShape="0">
                <a:prstClr val="black">
                  <a:alpha val="20000"/>
                </a:prstClr>
              </a:outerShdw>
            </a:effectLst>
          </p:spPr>
        </p:pic>
        <p:pic>
          <p:nvPicPr>
            <p:cNvPr id="6" name="Picture 5">
              <a:extLst>
                <a:ext uri="{FF2B5EF4-FFF2-40B4-BE49-F238E27FC236}">
                  <a16:creationId xmlns:a16="http://schemas.microsoft.com/office/drawing/2014/main" id="{978CA055-9D28-C70D-5D22-D40ED7247811}"/>
                </a:ext>
              </a:extLst>
            </p:cNvPr>
            <p:cNvPicPr>
              <a:picLocks noChangeAspect="1"/>
            </p:cNvPicPr>
            <p:nvPr/>
          </p:nvPicPr>
          <p:blipFill>
            <a:blip r:embed="rId3"/>
            <a:stretch>
              <a:fillRect/>
            </a:stretch>
          </p:blipFill>
          <p:spPr>
            <a:xfrm>
              <a:off x="9221056" y="4374561"/>
              <a:ext cx="1751744" cy="1951943"/>
            </a:xfrm>
            <a:prstGeom prst="rect">
              <a:avLst/>
            </a:prstGeom>
            <a:effectLst>
              <a:outerShdw blurRad="76200" dir="18900000" sy="23000" kx="-1200000" algn="bl" rotWithShape="0">
                <a:prstClr val="black">
                  <a:alpha val="20000"/>
                </a:prstClr>
              </a:outerShdw>
            </a:effectLst>
          </p:spPr>
        </p:pic>
        <p:pic>
          <p:nvPicPr>
            <p:cNvPr id="7" name="Picture 6">
              <a:extLst>
                <a:ext uri="{FF2B5EF4-FFF2-40B4-BE49-F238E27FC236}">
                  <a16:creationId xmlns:a16="http://schemas.microsoft.com/office/drawing/2014/main" id="{C20FCF3E-E60B-4256-570D-07F2277D7988}"/>
                </a:ext>
              </a:extLst>
            </p:cNvPr>
            <p:cNvPicPr>
              <a:picLocks noChangeAspect="1"/>
            </p:cNvPicPr>
            <p:nvPr/>
          </p:nvPicPr>
          <p:blipFill>
            <a:blip r:embed="rId4"/>
            <a:stretch>
              <a:fillRect/>
            </a:stretch>
          </p:blipFill>
          <p:spPr>
            <a:xfrm>
              <a:off x="1056346" y="4374070"/>
              <a:ext cx="1952435" cy="1952435"/>
            </a:xfrm>
            <a:prstGeom prst="rect">
              <a:avLst/>
            </a:prstGeom>
            <a:effectLst>
              <a:outerShdw blurRad="76200" dir="18900000" sy="23000" kx="-1200000" algn="bl" rotWithShape="0">
                <a:prstClr val="black">
                  <a:alpha val="20000"/>
                </a:prstClr>
              </a:outerShdw>
            </a:effectLst>
          </p:spPr>
        </p:pic>
        <p:pic>
          <p:nvPicPr>
            <p:cNvPr id="9" name="Picture 8">
              <a:extLst>
                <a:ext uri="{FF2B5EF4-FFF2-40B4-BE49-F238E27FC236}">
                  <a16:creationId xmlns:a16="http://schemas.microsoft.com/office/drawing/2014/main" id="{EA608CAB-9D5C-E1F8-4B87-8933D00F8118}"/>
                </a:ext>
              </a:extLst>
            </p:cNvPr>
            <p:cNvPicPr>
              <a:picLocks noChangeAspect="1"/>
            </p:cNvPicPr>
            <p:nvPr/>
          </p:nvPicPr>
          <p:blipFill>
            <a:blip r:embed="rId5"/>
            <a:stretch>
              <a:fillRect/>
            </a:stretch>
          </p:blipFill>
          <p:spPr>
            <a:xfrm>
              <a:off x="3553146" y="4522980"/>
              <a:ext cx="2568345" cy="1458720"/>
            </a:xfrm>
            <a:prstGeom prst="rect">
              <a:avLst/>
            </a:prstGeom>
            <a:effectLst>
              <a:outerShdw blurRad="76200" dir="18900000" sy="23000" kx="-1200000" algn="bl" rotWithShape="0">
                <a:prstClr val="black">
                  <a:alpha val="20000"/>
                </a:prstClr>
              </a:outerShdw>
            </a:effectLst>
          </p:spPr>
        </p:pic>
      </p:grpSp>
    </p:spTree>
    <p:extLst>
      <p:ext uri="{BB962C8B-B14F-4D97-AF65-F5344CB8AC3E}">
        <p14:creationId xmlns:p14="http://schemas.microsoft.com/office/powerpoint/2010/main" val="331173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6A763-D48D-38AA-ED08-84CACCB0EA76}"/>
              </a:ext>
            </a:extLst>
          </p:cNvPr>
          <p:cNvSpPr>
            <a:spLocks noGrp="1"/>
          </p:cNvSpPr>
          <p:nvPr>
            <p:ph type="title"/>
          </p:nvPr>
        </p:nvSpPr>
        <p:spPr/>
        <p:txBody>
          <a:bodyPr>
            <a:normAutofit/>
          </a:bodyPr>
          <a:lstStyle/>
          <a:p>
            <a:r>
              <a:rPr lang="en-IN" sz="4000" dirty="0"/>
              <a:t>Conclusion: </a:t>
            </a:r>
            <a:r>
              <a:rPr lang="en-IN" sz="4000" dirty="0" err="1"/>
              <a:t>PrognosAI</a:t>
            </a:r>
            <a:r>
              <a:rPr lang="en-IN" sz="4000" dirty="0"/>
              <a:t> is Production-Ready</a:t>
            </a:r>
          </a:p>
        </p:txBody>
      </p:sp>
      <p:sp>
        <p:nvSpPr>
          <p:cNvPr id="3" name="Content Placeholder 2">
            <a:extLst>
              <a:ext uri="{FF2B5EF4-FFF2-40B4-BE49-F238E27FC236}">
                <a16:creationId xmlns:a16="http://schemas.microsoft.com/office/drawing/2014/main" id="{EC9BA150-7DBE-B470-F286-61318DB9617E}"/>
              </a:ext>
            </a:extLst>
          </p:cNvPr>
          <p:cNvSpPr>
            <a:spLocks noGrp="1"/>
          </p:cNvSpPr>
          <p:nvPr>
            <p:ph idx="1"/>
          </p:nvPr>
        </p:nvSpPr>
        <p:spPr/>
        <p:txBody>
          <a:bodyPr>
            <a:normAutofit/>
          </a:bodyPr>
          <a:lstStyle/>
          <a:p>
            <a:r>
              <a:rPr lang="en-IN" sz="1700" dirty="0"/>
              <a:t>Final Impact - The system provides a highly accurate, reliable, and actionable solution to a critical industry problem: minimizing unplanned downtime.</a:t>
            </a:r>
          </a:p>
          <a:p>
            <a:pPr lvl="1">
              <a:buFont typeface="Courier New" panose="02070309020205020404" pitchFamily="49" charset="0"/>
              <a:buChar char="o"/>
            </a:pPr>
            <a:r>
              <a:rPr lang="en-US" sz="1700" i="0" dirty="0"/>
              <a:t>Achieved R</a:t>
            </a:r>
            <a:r>
              <a:rPr lang="en-US" sz="1700" i="0" baseline="30000" dirty="0"/>
              <a:t>2</a:t>
            </a:r>
            <a:r>
              <a:rPr lang="en-US" sz="1700" i="0" dirty="0"/>
              <a:t> &gt; 0.95 Precision using a high-performance GRU Deep Learning Network</a:t>
            </a:r>
          </a:p>
          <a:p>
            <a:pPr lvl="1">
              <a:buFont typeface="Courier New" panose="02070309020205020404" pitchFamily="49" charset="0"/>
              <a:buChar char="o"/>
            </a:pPr>
            <a:r>
              <a:rPr lang="en-US" sz="1700" i="0" dirty="0"/>
              <a:t>Actionable Intelligence: Successfully implemented the Warning/Critical alert system logic to translate predictions into clear maintenance actions</a:t>
            </a:r>
            <a:endParaRPr lang="en-IN" sz="1700" i="0" dirty="0"/>
          </a:p>
          <a:p>
            <a:r>
              <a:rPr lang="en-IN" sz="1700" dirty="0"/>
              <a:t>Future Work - Expand the model's scope to other CMAPSS datasets for multi-fleet generalization. Integrate financial modules to calculate the cost savings achieved through preventative maintenance.</a:t>
            </a:r>
          </a:p>
        </p:txBody>
      </p:sp>
    </p:spTree>
    <p:extLst>
      <p:ext uri="{BB962C8B-B14F-4D97-AF65-F5344CB8AC3E}">
        <p14:creationId xmlns:p14="http://schemas.microsoft.com/office/powerpoint/2010/main" val="399876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6684E-393B-6441-20BB-97E6298AA49E}"/>
              </a:ext>
            </a:extLst>
          </p:cNvPr>
          <p:cNvSpPr>
            <a:spLocks noGrp="1"/>
          </p:cNvSpPr>
          <p:nvPr>
            <p:ph type="title"/>
          </p:nvPr>
        </p:nvSpPr>
        <p:spPr/>
        <p:txBody>
          <a:bodyPr>
            <a:normAutofit/>
          </a:bodyPr>
          <a:lstStyle/>
          <a:p>
            <a:r>
              <a:rPr lang="en-IN" sz="4000" dirty="0"/>
              <a:t>Acknowledgement</a:t>
            </a:r>
          </a:p>
        </p:txBody>
      </p:sp>
      <p:sp>
        <p:nvSpPr>
          <p:cNvPr id="3" name="Content Placeholder 2">
            <a:extLst>
              <a:ext uri="{FF2B5EF4-FFF2-40B4-BE49-F238E27FC236}">
                <a16:creationId xmlns:a16="http://schemas.microsoft.com/office/drawing/2014/main" id="{764E56EF-CDDF-21FA-FA28-26B2DBBE31CF}"/>
              </a:ext>
            </a:extLst>
          </p:cNvPr>
          <p:cNvSpPr>
            <a:spLocks noGrp="1"/>
          </p:cNvSpPr>
          <p:nvPr>
            <p:ph idx="1"/>
          </p:nvPr>
        </p:nvSpPr>
        <p:spPr/>
        <p:txBody>
          <a:bodyPr>
            <a:normAutofit/>
          </a:bodyPr>
          <a:lstStyle/>
          <a:p>
            <a:pPr marL="0" indent="0">
              <a:buNone/>
            </a:pPr>
            <a:r>
              <a:rPr lang="en-US" sz="1700" dirty="0"/>
              <a:t>I would like to express my deepest gratitude to my mentor, Mr. Prathap Reddy, for their unwavering support, invaluable guidance, and insightful feedback throughout this Infosys Virtual Internship and the development of the </a:t>
            </a:r>
            <a:r>
              <a:rPr lang="en-US" sz="1700" dirty="0" err="1"/>
              <a:t>PrognosAI</a:t>
            </a:r>
            <a:r>
              <a:rPr lang="en-US" sz="1700" dirty="0"/>
              <a:t> project.</a:t>
            </a:r>
          </a:p>
          <a:p>
            <a:pPr marL="0" indent="0">
              <a:buNone/>
            </a:pPr>
            <a:r>
              <a:rPr lang="en-US" sz="1700" dirty="0"/>
              <a:t>Their expertise and consistent encouragement were instrumental in navigating the complexities of this project and achieving the project's high-precision results. This accomplishment is a direct reflection of their mentorship. </a:t>
            </a:r>
          </a:p>
          <a:p>
            <a:pPr marL="0" indent="0">
              <a:buNone/>
            </a:pPr>
            <a:r>
              <a:rPr lang="en-US" sz="1700" dirty="0"/>
              <a:t>Thank you for empowering me to transform a challenging concept into a production-ready solution.</a:t>
            </a:r>
          </a:p>
          <a:p>
            <a:pPr marL="0" indent="0">
              <a:buNone/>
            </a:pPr>
            <a:endParaRPr lang="en-IN" sz="1700" dirty="0"/>
          </a:p>
        </p:txBody>
      </p:sp>
      <p:pic>
        <p:nvPicPr>
          <p:cNvPr id="5" name="Picture 4">
            <a:extLst>
              <a:ext uri="{FF2B5EF4-FFF2-40B4-BE49-F238E27FC236}">
                <a16:creationId xmlns:a16="http://schemas.microsoft.com/office/drawing/2014/main" id="{C1333592-D93F-BD06-367E-1CE2F769036A}"/>
              </a:ext>
            </a:extLst>
          </p:cNvPr>
          <p:cNvPicPr>
            <a:picLocks noChangeAspect="1"/>
          </p:cNvPicPr>
          <p:nvPr/>
        </p:nvPicPr>
        <p:blipFill>
          <a:blip r:embed="rId2"/>
          <a:stretch>
            <a:fillRect/>
          </a:stretch>
        </p:blipFill>
        <p:spPr>
          <a:xfrm>
            <a:off x="5072062" y="4482846"/>
            <a:ext cx="2200275" cy="2228850"/>
          </a:xfrm>
          <a:prstGeom prst="rect">
            <a:avLst/>
          </a:prstGeom>
          <a:effectLst>
            <a:outerShdw blurRad="76200" dir="18900000" sy="23000" kx="-1200000" algn="bl" rotWithShape="0">
              <a:prstClr val="black">
                <a:alpha val="20000"/>
              </a:prstClr>
            </a:outerShdw>
          </a:effectLst>
        </p:spPr>
      </p:pic>
    </p:spTree>
    <p:extLst>
      <p:ext uri="{BB962C8B-B14F-4D97-AF65-F5344CB8AC3E}">
        <p14:creationId xmlns:p14="http://schemas.microsoft.com/office/powerpoint/2010/main" val="183067206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{B58961F9-209E-4DE4-8917-238266C40C56}tf10001105</Template>
  <TotalTime>114</TotalTime>
  <Words>946</Words>
  <Application>Microsoft Office PowerPoint</Application>
  <PresentationFormat>Widescreen</PresentationFormat>
  <Paragraphs>49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Courier New</vt:lpstr>
      <vt:lpstr>Franklin Gothic Book</vt:lpstr>
      <vt:lpstr>Crop</vt:lpstr>
      <vt:lpstr>Infosys Virtual Internship  PrognosAI: AI-Driven Predictive Maintenance System</vt:lpstr>
      <vt:lpstr>Project Objective</vt:lpstr>
      <vt:lpstr>Milestone 1: Data Preparation &amp; Feature Engineering</vt:lpstr>
      <vt:lpstr>Milestone 2: Model Architecture and Optimization</vt:lpstr>
      <vt:lpstr>Milestone 3: Performance and Predictive Reliability</vt:lpstr>
      <vt:lpstr>Milestone 3 visualization</vt:lpstr>
      <vt:lpstr>M4: Risk Thresholding and Alert System</vt:lpstr>
      <vt:lpstr>M5: Visualization and Dashboard Development</vt:lpstr>
      <vt:lpstr>Output Screens</vt:lpstr>
      <vt:lpstr>Project Summary: From Data to Decision</vt:lpstr>
      <vt:lpstr>Technical Stack and Deliverables</vt:lpstr>
      <vt:lpstr>Conclusion: PrognosAI is Production-Ready</vt:lpstr>
      <vt:lpstr>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Darshna Ujwal</dc:creator>
  <cp:lastModifiedBy>Darshna Ujwal</cp:lastModifiedBy>
  <cp:revision>1</cp:revision>
  <dcterms:created xsi:type="dcterms:W3CDTF">2025-11-10T13:05:18Z</dcterms:created>
  <dcterms:modified xsi:type="dcterms:W3CDTF">2025-11-13T13:17:15Z</dcterms:modified>
</cp:coreProperties>
</file>